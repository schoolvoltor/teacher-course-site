
<file path=[Content_Types].xml><?xml version="1.0" encoding="utf-8"?>
<Types xmlns="http://schemas.openxmlformats.org/package/2006/content-types">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321" r:id="rId2"/>
    <p:sldId id="322" r:id="rId3"/>
    <p:sldId id="324" r:id="rId4"/>
    <p:sldId id="362" r:id="rId5"/>
    <p:sldId id="325" r:id="rId6"/>
    <p:sldId id="330" r:id="rId7"/>
    <p:sldId id="333" r:id="rId8"/>
    <p:sldId id="364" r:id="rId9"/>
    <p:sldId id="365" r:id="rId10"/>
    <p:sldId id="366" r:id="rId11"/>
    <p:sldId id="334" r:id="rId12"/>
    <p:sldId id="367" r:id="rId13"/>
    <p:sldId id="368" r:id="rId14"/>
    <p:sldId id="335" r:id="rId15"/>
    <p:sldId id="339" r:id="rId16"/>
    <p:sldId id="331" r:id="rId17"/>
    <p:sldId id="336" r:id="rId18"/>
    <p:sldId id="343" r:id="rId19"/>
    <p:sldId id="344" r:id="rId20"/>
    <p:sldId id="345" r:id="rId21"/>
    <p:sldId id="346" r:id="rId22"/>
    <p:sldId id="347" r:id="rId23"/>
    <p:sldId id="340" r:id="rId24"/>
    <p:sldId id="349" r:id="rId25"/>
    <p:sldId id="326" r:id="rId26"/>
    <p:sldId id="350" r:id="rId27"/>
    <p:sldId id="348" r:id="rId28"/>
    <p:sldId id="341" r:id="rId29"/>
    <p:sldId id="352" r:id="rId30"/>
    <p:sldId id="353" r:id="rId31"/>
    <p:sldId id="354" r:id="rId32"/>
    <p:sldId id="355" r:id="rId33"/>
    <p:sldId id="356" r:id="rId34"/>
    <p:sldId id="357" r:id="rId35"/>
    <p:sldId id="358" r:id="rId36"/>
    <p:sldId id="359" r:id="rId37"/>
    <p:sldId id="360" r:id="rId38"/>
    <p:sldId id="332" r:id="rId39"/>
    <p:sldId id="363" r:id="rId40"/>
    <p:sldId id="371" r:id="rId41"/>
    <p:sldId id="369" r:id="rId42"/>
    <p:sldId id="370" r:id="rId4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0066"/>
    <a:srgbClr val="2EA255"/>
    <a:srgbClr val="00FFFF"/>
    <a:srgbClr val="00CCFF"/>
    <a:srgbClr val="660033"/>
    <a:srgbClr val="841C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8" autoAdjust="0"/>
    <p:restoredTop sz="93011" autoAdjust="0"/>
  </p:normalViewPr>
  <p:slideViewPr>
    <p:cSldViewPr snapToGrid="0">
      <p:cViewPr varScale="1">
        <p:scale>
          <a:sx n="68" d="100"/>
          <a:sy n="68" d="100"/>
        </p:scale>
        <p:origin x="65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BBC375-9A47-4843-B3BC-0B9322234431}" type="doc">
      <dgm:prSet loTypeId="urn:microsoft.com/office/officeart/2005/8/layout/pyramid1" loCatId="pyramid" qsTypeId="urn:microsoft.com/office/officeart/2005/8/quickstyle/simple1" qsCatId="simple" csTypeId="urn:microsoft.com/office/officeart/2005/8/colors/colorful5" csCatId="colorful" phldr="1"/>
      <dgm:spPr/>
    </dgm:pt>
    <dgm:pt modelId="{1EB49D0C-25B5-4CC0-8815-A19184347BED}">
      <dgm:prSet/>
      <dgm:spPr>
        <a:solidFill>
          <a:srgbClr val="FF0000"/>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dirty="0" smtClean="0">
              <a:ln/>
              <a:solidFill>
                <a:schemeClr val="tx1"/>
              </a:solidFill>
              <a:effectLst>
                <a:outerShdw blurRad="38100" dist="38100" dir="2700000" algn="tl">
                  <a:srgbClr val="FFFFFF"/>
                </a:outerShdw>
              </a:effectLst>
              <a:latin typeface="Arial Unicode MS" pitchFamily="34" charset="-128"/>
            </a:rPr>
            <a:t>Я</a:t>
          </a:r>
        </a:p>
      </dgm:t>
    </dgm:pt>
    <dgm:pt modelId="{DD0A3DA3-220C-4B7A-95A5-DAD1B86CB81E}" type="parTrans" cxnId="{F5A9026F-E48B-43C9-9242-077972A48B66}">
      <dgm:prSet/>
      <dgm:spPr/>
      <dgm:t>
        <a:bodyPr/>
        <a:lstStyle/>
        <a:p>
          <a:endParaRPr lang="uk-UA"/>
        </a:p>
      </dgm:t>
    </dgm:pt>
    <dgm:pt modelId="{D26E0323-D210-4773-BBDB-348505A53E54}" type="sibTrans" cxnId="{F5A9026F-E48B-43C9-9242-077972A48B66}">
      <dgm:prSet/>
      <dgm:spPr/>
      <dgm:t>
        <a:bodyPr/>
        <a:lstStyle/>
        <a:p>
          <a:endParaRPr lang="uk-UA"/>
        </a:p>
      </dgm:t>
    </dgm:pt>
    <dgm:pt modelId="{155EAF5A-538F-4F16-9B91-343A6EC88D4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dirty="0" smtClean="0">
              <a:ln/>
              <a:solidFill>
                <a:schemeClr val="tx1"/>
              </a:solidFill>
              <a:effectLst>
                <a:outerShdw blurRad="38100" dist="38100" dir="2700000" algn="tl">
                  <a:srgbClr val="FFFFFF"/>
                </a:outerShdw>
              </a:effectLst>
              <a:latin typeface="Arial Unicode MS" pitchFamily="34" charset="-128"/>
            </a:rPr>
            <a:t>контроль</a:t>
          </a:r>
        </a:p>
      </dgm:t>
    </dgm:pt>
    <dgm:pt modelId="{53DACC4E-2504-4B4A-95B5-75C8CDA9E530}" type="parTrans" cxnId="{35E34778-1CC1-471A-8601-AFC51B067611}">
      <dgm:prSet/>
      <dgm:spPr/>
      <dgm:t>
        <a:bodyPr/>
        <a:lstStyle/>
        <a:p>
          <a:endParaRPr lang="uk-UA"/>
        </a:p>
      </dgm:t>
    </dgm:pt>
    <dgm:pt modelId="{0A329021-0F22-4D34-B373-DE9451852644}" type="sibTrans" cxnId="{35E34778-1CC1-471A-8601-AFC51B067611}">
      <dgm:prSet/>
      <dgm:spPr/>
      <dgm:t>
        <a:bodyPr/>
        <a:lstStyle/>
        <a:p>
          <a:endParaRPr lang="uk-UA"/>
        </a:p>
      </dgm:t>
    </dgm:pt>
    <dgm:pt modelId="{D100AC9B-2775-4591-9D75-C43844C302F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b="1" i="0" u="none" strike="noStrike" cap="none" normalizeH="0" baseline="0" noProof="0" dirty="0" smtClean="0">
              <a:ln/>
              <a:solidFill>
                <a:schemeClr val="tx1"/>
              </a:solidFill>
              <a:effectLst>
                <a:outerShdw blurRad="38100" dist="38100" dir="2700000" algn="tl">
                  <a:srgbClr val="FFFFFF"/>
                </a:outerShdw>
              </a:effectLst>
              <a:latin typeface="Arial Unicode MS" pitchFamily="34" charset="-128"/>
            </a:rPr>
            <a:t>засвоєння</a:t>
          </a:r>
        </a:p>
      </dgm:t>
    </dgm:pt>
    <dgm:pt modelId="{75A1BB63-6AD7-47DE-BE38-C33D67249376}" type="parTrans" cxnId="{0A820CA9-3C17-44B9-BF0E-22B656561DDD}">
      <dgm:prSet/>
      <dgm:spPr/>
      <dgm:t>
        <a:bodyPr/>
        <a:lstStyle/>
        <a:p>
          <a:endParaRPr lang="uk-UA"/>
        </a:p>
      </dgm:t>
    </dgm:pt>
    <dgm:pt modelId="{8AC81D9B-A890-4AE5-926F-340167F56422}" type="sibTrans" cxnId="{0A820CA9-3C17-44B9-BF0E-22B656561DDD}">
      <dgm:prSet/>
      <dgm:spPr/>
      <dgm:t>
        <a:bodyPr/>
        <a:lstStyle/>
        <a:p>
          <a:endParaRPr lang="uk-UA"/>
        </a:p>
      </dgm:t>
    </dgm:pt>
    <dgm:pt modelId="{C191A869-0AD5-4F78-B873-9A00E4DB9B4B}">
      <dgm:prSet/>
      <dgm:spPr>
        <a:solidFill>
          <a:srgbClr val="00FFFF"/>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b="1" i="0" u="none" strike="noStrike" cap="none" normalizeH="0" baseline="0" noProof="0" dirty="0" smtClean="0">
              <a:ln/>
              <a:solidFill>
                <a:schemeClr val="tx1"/>
              </a:solidFill>
              <a:effectLst>
                <a:outerShdw blurRad="38100" dist="38100" dir="2700000" algn="tl">
                  <a:srgbClr val="FFFFFF"/>
                </a:outerShdw>
              </a:effectLst>
              <a:latin typeface="Arial Unicode MS" pitchFamily="34" charset="-128"/>
            </a:rPr>
            <a:t>організація</a:t>
          </a:r>
        </a:p>
      </dgm:t>
    </dgm:pt>
    <dgm:pt modelId="{CE3D165E-2F75-432B-8BAC-E8AE42B7D5DE}" type="parTrans" cxnId="{B32B5BA5-96A6-40ED-A272-F27DDE6F8458}">
      <dgm:prSet/>
      <dgm:spPr/>
      <dgm:t>
        <a:bodyPr/>
        <a:lstStyle/>
        <a:p>
          <a:endParaRPr lang="uk-UA"/>
        </a:p>
      </dgm:t>
    </dgm:pt>
    <dgm:pt modelId="{143062BE-30C1-4E09-BB03-3154FC4B3242}" type="sibTrans" cxnId="{B32B5BA5-96A6-40ED-A272-F27DDE6F8458}">
      <dgm:prSet/>
      <dgm:spPr/>
      <dgm:t>
        <a:bodyPr/>
        <a:lstStyle/>
        <a:p>
          <a:endParaRPr lang="uk-UA"/>
        </a:p>
      </dgm:t>
    </dgm:pt>
    <dgm:pt modelId="{63E3C933-FB4C-4F60-AF22-B5C117D97CAF}">
      <dgm:prSet/>
      <dgm:spPr>
        <a:solidFill>
          <a:srgbClr val="2EA255"/>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b="1" i="0" u="none" strike="noStrike" cap="none" normalizeH="0" baseline="0" noProof="0" dirty="0" smtClean="0">
              <a:ln/>
              <a:solidFill>
                <a:schemeClr val="tx1"/>
              </a:solidFill>
              <a:effectLst>
                <a:outerShdw blurRad="38100" dist="38100" dir="2700000" algn="tl">
                  <a:srgbClr val="FFFFFF"/>
                </a:outerShdw>
              </a:effectLst>
              <a:latin typeface="Arial Unicode MS" pitchFamily="34" charset="-128"/>
            </a:rPr>
            <a:t>планування</a:t>
          </a:r>
        </a:p>
      </dgm:t>
    </dgm:pt>
    <dgm:pt modelId="{8BE63FF4-E354-43F1-ACF6-2C2AA2AC6F6C}" type="parTrans" cxnId="{65F5E54A-3A8C-4EC1-BD09-DBE6B0E752AD}">
      <dgm:prSet/>
      <dgm:spPr/>
      <dgm:t>
        <a:bodyPr/>
        <a:lstStyle/>
        <a:p>
          <a:endParaRPr lang="uk-UA"/>
        </a:p>
      </dgm:t>
    </dgm:pt>
    <dgm:pt modelId="{F6BD7B92-C901-4A13-B44D-688F182A2FE4}" type="sibTrans" cxnId="{65F5E54A-3A8C-4EC1-BD09-DBE6B0E752AD}">
      <dgm:prSet/>
      <dgm:spPr/>
      <dgm:t>
        <a:bodyPr/>
        <a:lstStyle/>
        <a:p>
          <a:endParaRPr lang="uk-UA"/>
        </a:p>
      </dgm:t>
    </dgm:pt>
    <dgm:pt modelId="{08802ACA-DC3A-4C87-B03E-4EF5A6ADCAF1}">
      <dgm:prSet/>
      <dgm:spPr>
        <a:solidFill>
          <a:srgbClr val="FF0066"/>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b="1" i="0" u="none" strike="noStrike" cap="none" normalizeH="0" baseline="0" noProof="0" dirty="0" smtClean="0">
              <a:ln/>
              <a:solidFill>
                <a:schemeClr val="tx1"/>
              </a:solidFill>
              <a:effectLst>
                <a:outerShdw blurRad="38100" dist="38100" dir="2700000" algn="tl">
                  <a:srgbClr val="FFFFFF"/>
                </a:outerShdw>
              </a:effectLst>
              <a:latin typeface="Arial Unicode MS" pitchFamily="34" charset="-128"/>
            </a:rPr>
            <a:t>цілепокладання</a:t>
          </a:r>
        </a:p>
      </dgm:t>
    </dgm:pt>
    <dgm:pt modelId="{35288A79-877E-4FA2-999F-8E732DC7F9B9}" type="parTrans" cxnId="{40CE1E4C-5684-4745-9133-CFBFE9D8DA46}">
      <dgm:prSet/>
      <dgm:spPr/>
      <dgm:t>
        <a:bodyPr/>
        <a:lstStyle/>
        <a:p>
          <a:endParaRPr lang="uk-UA"/>
        </a:p>
      </dgm:t>
    </dgm:pt>
    <dgm:pt modelId="{22BA3FBA-0D0B-4FA9-84E1-E414CB1AB743}" type="sibTrans" cxnId="{40CE1E4C-5684-4745-9133-CFBFE9D8DA46}">
      <dgm:prSet/>
      <dgm:spPr/>
      <dgm:t>
        <a:bodyPr/>
        <a:lstStyle/>
        <a:p>
          <a:endParaRPr lang="uk-UA"/>
        </a:p>
      </dgm:t>
    </dgm:pt>
    <dgm:pt modelId="{E3275FE7-6F74-45AB-BCE1-128588242A81}">
      <dgm:prSet/>
      <dgm:spPr>
        <a:solidFill>
          <a:srgbClr val="FFFF00"/>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dirty="0" smtClean="0">
              <a:ln/>
              <a:solidFill>
                <a:schemeClr val="tx1"/>
              </a:solidFill>
              <a:effectLst>
                <a:outerShdw blurRad="38100" dist="38100" dir="2700000" algn="tl">
                  <a:srgbClr val="FFFFFF"/>
                </a:outerShdw>
              </a:effectLst>
              <a:latin typeface="Arial Unicode MS" pitchFamily="34" charset="-128"/>
            </a:rPr>
            <a:t>само</a:t>
          </a:r>
        </a:p>
      </dgm:t>
    </dgm:pt>
    <dgm:pt modelId="{61A10139-06B5-4E96-BDB5-C8D67C465CE5}" type="parTrans" cxnId="{8BCB5470-AF63-4476-9B5A-8DF1E1B4E3B4}">
      <dgm:prSet/>
      <dgm:spPr/>
      <dgm:t>
        <a:bodyPr/>
        <a:lstStyle/>
        <a:p>
          <a:endParaRPr lang="uk-UA"/>
        </a:p>
      </dgm:t>
    </dgm:pt>
    <dgm:pt modelId="{03A0FC2B-7504-4B30-9C0F-B19701C5A391}" type="sibTrans" cxnId="{8BCB5470-AF63-4476-9B5A-8DF1E1B4E3B4}">
      <dgm:prSet/>
      <dgm:spPr/>
      <dgm:t>
        <a:bodyPr/>
        <a:lstStyle/>
        <a:p>
          <a:endParaRPr lang="uk-UA"/>
        </a:p>
      </dgm:t>
    </dgm:pt>
    <dgm:pt modelId="{8F2F58A1-C2F4-423B-9128-63A69CC15C72}" type="pres">
      <dgm:prSet presAssocID="{10BBC375-9A47-4843-B3BC-0B9322234431}" presName="Name0" presStyleCnt="0">
        <dgm:presLayoutVars>
          <dgm:dir/>
          <dgm:animLvl val="lvl"/>
          <dgm:resizeHandles val="exact"/>
        </dgm:presLayoutVars>
      </dgm:prSet>
      <dgm:spPr/>
    </dgm:pt>
    <dgm:pt modelId="{3AA42231-8768-497F-B359-BE732758DB68}" type="pres">
      <dgm:prSet presAssocID="{1EB49D0C-25B5-4CC0-8815-A19184347BED}" presName="Name8" presStyleCnt="0"/>
      <dgm:spPr/>
    </dgm:pt>
    <dgm:pt modelId="{682AB20B-F006-49B3-B484-FAB767DDF6D2}" type="pres">
      <dgm:prSet presAssocID="{1EB49D0C-25B5-4CC0-8815-A19184347BED}" presName="level" presStyleLbl="node1" presStyleIdx="0" presStyleCnt="7" custLinFactNeighborX="7288" custLinFactNeighborY="2975">
        <dgm:presLayoutVars>
          <dgm:chMax val="1"/>
          <dgm:bulletEnabled val="1"/>
        </dgm:presLayoutVars>
      </dgm:prSet>
      <dgm:spPr/>
      <dgm:t>
        <a:bodyPr/>
        <a:lstStyle/>
        <a:p>
          <a:endParaRPr lang="uk-UA"/>
        </a:p>
      </dgm:t>
    </dgm:pt>
    <dgm:pt modelId="{D5D9803A-2873-469D-AB7C-68A347D817CD}" type="pres">
      <dgm:prSet presAssocID="{1EB49D0C-25B5-4CC0-8815-A19184347BED}" presName="levelTx" presStyleLbl="revTx" presStyleIdx="0" presStyleCnt="0">
        <dgm:presLayoutVars>
          <dgm:chMax val="1"/>
          <dgm:bulletEnabled val="1"/>
        </dgm:presLayoutVars>
      </dgm:prSet>
      <dgm:spPr/>
      <dgm:t>
        <a:bodyPr/>
        <a:lstStyle/>
        <a:p>
          <a:endParaRPr lang="uk-UA"/>
        </a:p>
      </dgm:t>
    </dgm:pt>
    <dgm:pt modelId="{970FDF1D-A621-47C6-B2DD-2249006D6B90}" type="pres">
      <dgm:prSet presAssocID="{155EAF5A-538F-4F16-9B91-343A6EC88D45}" presName="Name8" presStyleCnt="0"/>
      <dgm:spPr/>
    </dgm:pt>
    <dgm:pt modelId="{1A98302D-3B9E-4735-8CFA-4F36FEFF957B}" type="pres">
      <dgm:prSet presAssocID="{155EAF5A-538F-4F16-9B91-343A6EC88D45}" presName="level" presStyleLbl="node1" presStyleIdx="1" presStyleCnt="7">
        <dgm:presLayoutVars>
          <dgm:chMax val="1"/>
          <dgm:bulletEnabled val="1"/>
        </dgm:presLayoutVars>
      </dgm:prSet>
      <dgm:spPr/>
      <dgm:t>
        <a:bodyPr/>
        <a:lstStyle/>
        <a:p>
          <a:endParaRPr lang="uk-UA"/>
        </a:p>
      </dgm:t>
    </dgm:pt>
    <dgm:pt modelId="{E9A205C2-1856-4346-85CB-1B61C516A10C}" type="pres">
      <dgm:prSet presAssocID="{155EAF5A-538F-4F16-9B91-343A6EC88D45}" presName="levelTx" presStyleLbl="revTx" presStyleIdx="0" presStyleCnt="0">
        <dgm:presLayoutVars>
          <dgm:chMax val="1"/>
          <dgm:bulletEnabled val="1"/>
        </dgm:presLayoutVars>
      </dgm:prSet>
      <dgm:spPr/>
      <dgm:t>
        <a:bodyPr/>
        <a:lstStyle/>
        <a:p>
          <a:endParaRPr lang="uk-UA"/>
        </a:p>
      </dgm:t>
    </dgm:pt>
    <dgm:pt modelId="{5E13027F-BDE7-4A11-9EA0-BEC2EACB7A60}" type="pres">
      <dgm:prSet presAssocID="{D100AC9B-2775-4591-9D75-C43844C302F2}" presName="Name8" presStyleCnt="0"/>
      <dgm:spPr/>
    </dgm:pt>
    <dgm:pt modelId="{CFB78CB9-9324-4DB3-AA4B-148CF4F77860}" type="pres">
      <dgm:prSet presAssocID="{D100AC9B-2775-4591-9D75-C43844C302F2}" presName="level" presStyleLbl="node1" presStyleIdx="2" presStyleCnt="7">
        <dgm:presLayoutVars>
          <dgm:chMax val="1"/>
          <dgm:bulletEnabled val="1"/>
        </dgm:presLayoutVars>
      </dgm:prSet>
      <dgm:spPr/>
      <dgm:t>
        <a:bodyPr/>
        <a:lstStyle/>
        <a:p>
          <a:endParaRPr lang="uk-UA"/>
        </a:p>
      </dgm:t>
    </dgm:pt>
    <dgm:pt modelId="{62A0CADB-1480-4153-BF75-2A732EE08091}" type="pres">
      <dgm:prSet presAssocID="{D100AC9B-2775-4591-9D75-C43844C302F2}" presName="levelTx" presStyleLbl="revTx" presStyleIdx="0" presStyleCnt="0">
        <dgm:presLayoutVars>
          <dgm:chMax val="1"/>
          <dgm:bulletEnabled val="1"/>
        </dgm:presLayoutVars>
      </dgm:prSet>
      <dgm:spPr/>
      <dgm:t>
        <a:bodyPr/>
        <a:lstStyle/>
        <a:p>
          <a:endParaRPr lang="uk-UA"/>
        </a:p>
      </dgm:t>
    </dgm:pt>
    <dgm:pt modelId="{52C4972B-E234-4A51-8409-E61BF481B80C}" type="pres">
      <dgm:prSet presAssocID="{C191A869-0AD5-4F78-B873-9A00E4DB9B4B}" presName="Name8" presStyleCnt="0"/>
      <dgm:spPr/>
    </dgm:pt>
    <dgm:pt modelId="{AB0A22AB-EC9A-44DB-8701-9D6B88444585}" type="pres">
      <dgm:prSet presAssocID="{C191A869-0AD5-4F78-B873-9A00E4DB9B4B}" presName="level" presStyleLbl="node1" presStyleIdx="3" presStyleCnt="7">
        <dgm:presLayoutVars>
          <dgm:chMax val="1"/>
          <dgm:bulletEnabled val="1"/>
        </dgm:presLayoutVars>
      </dgm:prSet>
      <dgm:spPr/>
      <dgm:t>
        <a:bodyPr/>
        <a:lstStyle/>
        <a:p>
          <a:endParaRPr lang="uk-UA"/>
        </a:p>
      </dgm:t>
    </dgm:pt>
    <dgm:pt modelId="{4BF03B63-E447-493F-B014-60FA6CFA489D}" type="pres">
      <dgm:prSet presAssocID="{C191A869-0AD5-4F78-B873-9A00E4DB9B4B}" presName="levelTx" presStyleLbl="revTx" presStyleIdx="0" presStyleCnt="0">
        <dgm:presLayoutVars>
          <dgm:chMax val="1"/>
          <dgm:bulletEnabled val="1"/>
        </dgm:presLayoutVars>
      </dgm:prSet>
      <dgm:spPr/>
      <dgm:t>
        <a:bodyPr/>
        <a:lstStyle/>
        <a:p>
          <a:endParaRPr lang="uk-UA"/>
        </a:p>
      </dgm:t>
    </dgm:pt>
    <dgm:pt modelId="{79B9615E-1DC9-49EF-9415-84356BF6EC1A}" type="pres">
      <dgm:prSet presAssocID="{63E3C933-FB4C-4F60-AF22-B5C117D97CAF}" presName="Name8" presStyleCnt="0"/>
      <dgm:spPr/>
    </dgm:pt>
    <dgm:pt modelId="{E7A1B3C2-34D6-4696-B20C-9414515C6256}" type="pres">
      <dgm:prSet presAssocID="{63E3C933-FB4C-4F60-AF22-B5C117D97CAF}" presName="level" presStyleLbl="node1" presStyleIdx="4" presStyleCnt="7">
        <dgm:presLayoutVars>
          <dgm:chMax val="1"/>
          <dgm:bulletEnabled val="1"/>
        </dgm:presLayoutVars>
      </dgm:prSet>
      <dgm:spPr/>
      <dgm:t>
        <a:bodyPr/>
        <a:lstStyle/>
        <a:p>
          <a:endParaRPr lang="uk-UA"/>
        </a:p>
      </dgm:t>
    </dgm:pt>
    <dgm:pt modelId="{70C4BEA3-F530-406B-B58A-D32F0820AC68}" type="pres">
      <dgm:prSet presAssocID="{63E3C933-FB4C-4F60-AF22-B5C117D97CAF}" presName="levelTx" presStyleLbl="revTx" presStyleIdx="0" presStyleCnt="0">
        <dgm:presLayoutVars>
          <dgm:chMax val="1"/>
          <dgm:bulletEnabled val="1"/>
        </dgm:presLayoutVars>
      </dgm:prSet>
      <dgm:spPr/>
      <dgm:t>
        <a:bodyPr/>
        <a:lstStyle/>
        <a:p>
          <a:endParaRPr lang="uk-UA"/>
        </a:p>
      </dgm:t>
    </dgm:pt>
    <dgm:pt modelId="{897C3861-3BA3-4533-A2C3-8343130B0934}" type="pres">
      <dgm:prSet presAssocID="{08802ACA-DC3A-4C87-B03E-4EF5A6ADCAF1}" presName="Name8" presStyleCnt="0"/>
      <dgm:spPr/>
    </dgm:pt>
    <dgm:pt modelId="{BE4C6BA8-CCE0-400D-AC0C-C74B80C41656}" type="pres">
      <dgm:prSet presAssocID="{08802ACA-DC3A-4C87-B03E-4EF5A6ADCAF1}" presName="level" presStyleLbl="node1" presStyleIdx="5" presStyleCnt="7">
        <dgm:presLayoutVars>
          <dgm:chMax val="1"/>
          <dgm:bulletEnabled val="1"/>
        </dgm:presLayoutVars>
      </dgm:prSet>
      <dgm:spPr/>
      <dgm:t>
        <a:bodyPr/>
        <a:lstStyle/>
        <a:p>
          <a:endParaRPr lang="uk-UA"/>
        </a:p>
      </dgm:t>
    </dgm:pt>
    <dgm:pt modelId="{5CF6E009-0212-407F-9F77-79D78344D2E1}" type="pres">
      <dgm:prSet presAssocID="{08802ACA-DC3A-4C87-B03E-4EF5A6ADCAF1}" presName="levelTx" presStyleLbl="revTx" presStyleIdx="0" presStyleCnt="0">
        <dgm:presLayoutVars>
          <dgm:chMax val="1"/>
          <dgm:bulletEnabled val="1"/>
        </dgm:presLayoutVars>
      </dgm:prSet>
      <dgm:spPr/>
      <dgm:t>
        <a:bodyPr/>
        <a:lstStyle/>
        <a:p>
          <a:endParaRPr lang="uk-UA"/>
        </a:p>
      </dgm:t>
    </dgm:pt>
    <dgm:pt modelId="{870DB8BE-F749-4689-B65A-C96E7AD5E841}" type="pres">
      <dgm:prSet presAssocID="{E3275FE7-6F74-45AB-BCE1-128588242A81}" presName="Name8" presStyleCnt="0"/>
      <dgm:spPr/>
    </dgm:pt>
    <dgm:pt modelId="{832CB016-EB61-4003-A9CE-09F7ECB679C2}" type="pres">
      <dgm:prSet presAssocID="{E3275FE7-6F74-45AB-BCE1-128588242A81}" presName="level" presStyleLbl="node1" presStyleIdx="6" presStyleCnt="7">
        <dgm:presLayoutVars>
          <dgm:chMax val="1"/>
          <dgm:bulletEnabled val="1"/>
        </dgm:presLayoutVars>
      </dgm:prSet>
      <dgm:spPr/>
      <dgm:t>
        <a:bodyPr/>
        <a:lstStyle/>
        <a:p>
          <a:endParaRPr lang="uk-UA"/>
        </a:p>
      </dgm:t>
    </dgm:pt>
    <dgm:pt modelId="{DBF1E555-00D8-4B1F-A3D5-53B0A7B53AFE}" type="pres">
      <dgm:prSet presAssocID="{E3275FE7-6F74-45AB-BCE1-128588242A81}" presName="levelTx" presStyleLbl="revTx" presStyleIdx="0" presStyleCnt="0">
        <dgm:presLayoutVars>
          <dgm:chMax val="1"/>
          <dgm:bulletEnabled val="1"/>
        </dgm:presLayoutVars>
      </dgm:prSet>
      <dgm:spPr/>
      <dgm:t>
        <a:bodyPr/>
        <a:lstStyle/>
        <a:p>
          <a:endParaRPr lang="uk-UA"/>
        </a:p>
      </dgm:t>
    </dgm:pt>
  </dgm:ptLst>
  <dgm:cxnLst>
    <dgm:cxn modelId="{100D014E-A449-4D45-B8F8-E86FF6DE8A3A}" type="presOf" srcId="{155EAF5A-538F-4F16-9B91-343A6EC88D45}" destId="{1A98302D-3B9E-4735-8CFA-4F36FEFF957B}" srcOrd="0" destOrd="0" presId="urn:microsoft.com/office/officeart/2005/8/layout/pyramid1"/>
    <dgm:cxn modelId="{783C9575-759F-4549-A5E1-CFF3D64C99A7}" type="presOf" srcId="{1EB49D0C-25B5-4CC0-8815-A19184347BED}" destId="{682AB20B-F006-49B3-B484-FAB767DDF6D2}" srcOrd="0" destOrd="0" presId="urn:microsoft.com/office/officeart/2005/8/layout/pyramid1"/>
    <dgm:cxn modelId="{65F5E54A-3A8C-4EC1-BD09-DBE6B0E752AD}" srcId="{10BBC375-9A47-4843-B3BC-0B9322234431}" destId="{63E3C933-FB4C-4F60-AF22-B5C117D97CAF}" srcOrd="4" destOrd="0" parTransId="{8BE63FF4-E354-43F1-ACF6-2C2AA2AC6F6C}" sibTransId="{F6BD7B92-C901-4A13-B44D-688F182A2FE4}"/>
    <dgm:cxn modelId="{EA0DA2DB-723C-421E-B0A3-4BBDE20C39B7}" type="presOf" srcId="{63E3C933-FB4C-4F60-AF22-B5C117D97CAF}" destId="{70C4BEA3-F530-406B-B58A-D32F0820AC68}" srcOrd="1" destOrd="0" presId="urn:microsoft.com/office/officeart/2005/8/layout/pyramid1"/>
    <dgm:cxn modelId="{2353C203-DA5E-44C6-B3A1-7FA48BFC16CB}" type="presOf" srcId="{E3275FE7-6F74-45AB-BCE1-128588242A81}" destId="{832CB016-EB61-4003-A9CE-09F7ECB679C2}" srcOrd="0" destOrd="0" presId="urn:microsoft.com/office/officeart/2005/8/layout/pyramid1"/>
    <dgm:cxn modelId="{B32B5BA5-96A6-40ED-A272-F27DDE6F8458}" srcId="{10BBC375-9A47-4843-B3BC-0B9322234431}" destId="{C191A869-0AD5-4F78-B873-9A00E4DB9B4B}" srcOrd="3" destOrd="0" parTransId="{CE3D165E-2F75-432B-8BAC-E8AE42B7D5DE}" sibTransId="{143062BE-30C1-4E09-BB03-3154FC4B3242}"/>
    <dgm:cxn modelId="{FE8F8646-A31B-465E-9CAC-37BE2DDC48C6}" type="presOf" srcId="{C191A869-0AD5-4F78-B873-9A00E4DB9B4B}" destId="{4BF03B63-E447-493F-B014-60FA6CFA489D}" srcOrd="1" destOrd="0" presId="urn:microsoft.com/office/officeart/2005/8/layout/pyramid1"/>
    <dgm:cxn modelId="{D4D1CB28-1A9A-4928-AEFC-089227C361D5}" type="presOf" srcId="{63E3C933-FB4C-4F60-AF22-B5C117D97CAF}" destId="{E7A1B3C2-34D6-4696-B20C-9414515C6256}" srcOrd="0" destOrd="0" presId="urn:microsoft.com/office/officeart/2005/8/layout/pyramid1"/>
    <dgm:cxn modelId="{B3DBE381-D703-42C2-928B-2BF348144511}" type="presOf" srcId="{08802ACA-DC3A-4C87-B03E-4EF5A6ADCAF1}" destId="{BE4C6BA8-CCE0-400D-AC0C-C74B80C41656}" srcOrd="0" destOrd="0" presId="urn:microsoft.com/office/officeart/2005/8/layout/pyramid1"/>
    <dgm:cxn modelId="{B1981F20-30E1-400B-9E00-C94406DED445}" type="presOf" srcId="{10BBC375-9A47-4843-B3BC-0B9322234431}" destId="{8F2F58A1-C2F4-423B-9128-63A69CC15C72}" srcOrd="0" destOrd="0" presId="urn:microsoft.com/office/officeart/2005/8/layout/pyramid1"/>
    <dgm:cxn modelId="{0A820CA9-3C17-44B9-BF0E-22B656561DDD}" srcId="{10BBC375-9A47-4843-B3BC-0B9322234431}" destId="{D100AC9B-2775-4591-9D75-C43844C302F2}" srcOrd="2" destOrd="0" parTransId="{75A1BB63-6AD7-47DE-BE38-C33D67249376}" sibTransId="{8AC81D9B-A890-4AE5-926F-340167F56422}"/>
    <dgm:cxn modelId="{F5A9026F-E48B-43C9-9242-077972A48B66}" srcId="{10BBC375-9A47-4843-B3BC-0B9322234431}" destId="{1EB49D0C-25B5-4CC0-8815-A19184347BED}" srcOrd="0" destOrd="0" parTransId="{DD0A3DA3-220C-4B7A-95A5-DAD1B86CB81E}" sibTransId="{D26E0323-D210-4773-BBDB-348505A53E54}"/>
    <dgm:cxn modelId="{40CE1E4C-5684-4745-9133-CFBFE9D8DA46}" srcId="{10BBC375-9A47-4843-B3BC-0B9322234431}" destId="{08802ACA-DC3A-4C87-B03E-4EF5A6ADCAF1}" srcOrd="5" destOrd="0" parTransId="{35288A79-877E-4FA2-999F-8E732DC7F9B9}" sibTransId="{22BA3FBA-0D0B-4FA9-84E1-E414CB1AB743}"/>
    <dgm:cxn modelId="{074B3C78-FAF3-4F48-950B-00C02CA7059E}" type="presOf" srcId="{E3275FE7-6F74-45AB-BCE1-128588242A81}" destId="{DBF1E555-00D8-4B1F-A3D5-53B0A7B53AFE}" srcOrd="1" destOrd="0" presId="urn:microsoft.com/office/officeart/2005/8/layout/pyramid1"/>
    <dgm:cxn modelId="{B1982FF3-CEC1-4D58-A435-B86A8B6D24D0}" type="presOf" srcId="{C191A869-0AD5-4F78-B873-9A00E4DB9B4B}" destId="{AB0A22AB-EC9A-44DB-8701-9D6B88444585}" srcOrd="0" destOrd="0" presId="urn:microsoft.com/office/officeart/2005/8/layout/pyramid1"/>
    <dgm:cxn modelId="{AC1D239C-66E4-4C86-BADC-5E1A63103960}" type="presOf" srcId="{155EAF5A-538F-4F16-9B91-343A6EC88D45}" destId="{E9A205C2-1856-4346-85CB-1B61C516A10C}" srcOrd="1" destOrd="0" presId="urn:microsoft.com/office/officeart/2005/8/layout/pyramid1"/>
    <dgm:cxn modelId="{8BCB5470-AF63-4476-9B5A-8DF1E1B4E3B4}" srcId="{10BBC375-9A47-4843-B3BC-0B9322234431}" destId="{E3275FE7-6F74-45AB-BCE1-128588242A81}" srcOrd="6" destOrd="0" parTransId="{61A10139-06B5-4E96-BDB5-C8D67C465CE5}" sibTransId="{03A0FC2B-7504-4B30-9C0F-B19701C5A391}"/>
    <dgm:cxn modelId="{A7F88C61-3A55-4C87-8C46-73B69B864D94}" type="presOf" srcId="{08802ACA-DC3A-4C87-B03E-4EF5A6ADCAF1}" destId="{5CF6E009-0212-407F-9F77-79D78344D2E1}" srcOrd="1" destOrd="0" presId="urn:microsoft.com/office/officeart/2005/8/layout/pyramid1"/>
    <dgm:cxn modelId="{35E34778-1CC1-471A-8601-AFC51B067611}" srcId="{10BBC375-9A47-4843-B3BC-0B9322234431}" destId="{155EAF5A-538F-4F16-9B91-343A6EC88D45}" srcOrd="1" destOrd="0" parTransId="{53DACC4E-2504-4B4A-95B5-75C8CDA9E530}" sibTransId="{0A329021-0F22-4D34-B373-DE9451852644}"/>
    <dgm:cxn modelId="{B9F8B062-4BDD-47D6-9B7F-596909BE7C0A}" type="presOf" srcId="{D100AC9B-2775-4591-9D75-C43844C302F2}" destId="{62A0CADB-1480-4153-BF75-2A732EE08091}" srcOrd="1" destOrd="0" presId="urn:microsoft.com/office/officeart/2005/8/layout/pyramid1"/>
    <dgm:cxn modelId="{4219F68D-DED9-4655-B7F9-4501004B0342}" type="presOf" srcId="{D100AC9B-2775-4591-9D75-C43844C302F2}" destId="{CFB78CB9-9324-4DB3-AA4B-148CF4F77860}" srcOrd="0" destOrd="0" presId="urn:microsoft.com/office/officeart/2005/8/layout/pyramid1"/>
    <dgm:cxn modelId="{C7EC18DD-327B-4CFD-8C5E-1E2D73766FFF}" type="presOf" srcId="{1EB49D0C-25B5-4CC0-8815-A19184347BED}" destId="{D5D9803A-2873-469D-AB7C-68A347D817CD}" srcOrd="1" destOrd="0" presId="urn:microsoft.com/office/officeart/2005/8/layout/pyramid1"/>
    <dgm:cxn modelId="{13587399-335B-464E-B2B9-CA31CA83DED7}" type="presParOf" srcId="{8F2F58A1-C2F4-423B-9128-63A69CC15C72}" destId="{3AA42231-8768-497F-B359-BE732758DB68}" srcOrd="0" destOrd="0" presId="urn:microsoft.com/office/officeart/2005/8/layout/pyramid1"/>
    <dgm:cxn modelId="{60BE95D0-1573-47DB-93A9-00A4CB5FD543}" type="presParOf" srcId="{3AA42231-8768-497F-B359-BE732758DB68}" destId="{682AB20B-F006-49B3-B484-FAB767DDF6D2}" srcOrd="0" destOrd="0" presId="urn:microsoft.com/office/officeart/2005/8/layout/pyramid1"/>
    <dgm:cxn modelId="{F0B154E0-8A58-47EA-820E-AAA84B18D952}" type="presParOf" srcId="{3AA42231-8768-497F-B359-BE732758DB68}" destId="{D5D9803A-2873-469D-AB7C-68A347D817CD}" srcOrd="1" destOrd="0" presId="urn:microsoft.com/office/officeart/2005/8/layout/pyramid1"/>
    <dgm:cxn modelId="{6018DBD1-CE6C-4145-A91A-9F70648F6006}" type="presParOf" srcId="{8F2F58A1-C2F4-423B-9128-63A69CC15C72}" destId="{970FDF1D-A621-47C6-B2DD-2249006D6B90}" srcOrd="1" destOrd="0" presId="urn:microsoft.com/office/officeart/2005/8/layout/pyramid1"/>
    <dgm:cxn modelId="{3695BFDC-FFFF-49E0-9ECF-DD61DBACA033}" type="presParOf" srcId="{970FDF1D-A621-47C6-B2DD-2249006D6B90}" destId="{1A98302D-3B9E-4735-8CFA-4F36FEFF957B}" srcOrd="0" destOrd="0" presId="urn:microsoft.com/office/officeart/2005/8/layout/pyramid1"/>
    <dgm:cxn modelId="{73885079-AF11-4CBB-AC18-90D74A06B7FC}" type="presParOf" srcId="{970FDF1D-A621-47C6-B2DD-2249006D6B90}" destId="{E9A205C2-1856-4346-85CB-1B61C516A10C}" srcOrd="1" destOrd="0" presId="urn:microsoft.com/office/officeart/2005/8/layout/pyramid1"/>
    <dgm:cxn modelId="{83D1D92B-D4FA-4D21-B987-C52825726D2C}" type="presParOf" srcId="{8F2F58A1-C2F4-423B-9128-63A69CC15C72}" destId="{5E13027F-BDE7-4A11-9EA0-BEC2EACB7A60}" srcOrd="2" destOrd="0" presId="urn:microsoft.com/office/officeart/2005/8/layout/pyramid1"/>
    <dgm:cxn modelId="{9A025501-64C4-4DF5-ABFB-B175B0B753EA}" type="presParOf" srcId="{5E13027F-BDE7-4A11-9EA0-BEC2EACB7A60}" destId="{CFB78CB9-9324-4DB3-AA4B-148CF4F77860}" srcOrd="0" destOrd="0" presId="urn:microsoft.com/office/officeart/2005/8/layout/pyramid1"/>
    <dgm:cxn modelId="{EFAE2E16-AF43-4D41-A7EA-460D86882411}" type="presParOf" srcId="{5E13027F-BDE7-4A11-9EA0-BEC2EACB7A60}" destId="{62A0CADB-1480-4153-BF75-2A732EE08091}" srcOrd="1" destOrd="0" presId="urn:microsoft.com/office/officeart/2005/8/layout/pyramid1"/>
    <dgm:cxn modelId="{AE811D5B-882D-46EF-A20A-0A183F44A845}" type="presParOf" srcId="{8F2F58A1-C2F4-423B-9128-63A69CC15C72}" destId="{52C4972B-E234-4A51-8409-E61BF481B80C}" srcOrd="3" destOrd="0" presId="urn:microsoft.com/office/officeart/2005/8/layout/pyramid1"/>
    <dgm:cxn modelId="{E075AF5A-1F4A-4534-8C5F-77A74093E791}" type="presParOf" srcId="{52C4972B-E234-4A51-8409-E61BF481B80C}" destId="{AB0A22AB-EC9A-44DB-8701-9D6B88444585}" srcOrd="0" destOrd="0" presId="urn:microsoft.com/office/officeart/2005/8/layout/pyramid1"/>
    <dgm:cxn modelId="{84B26F79-2366-404D-8286-0EA583A8A892}" type="presParOf" srcId="{52C4972B-E234-4A51-8409-E61BF481B80C}" destId="{4BF03B63-E447-493F-B014-60FA6CFA489D}" srcOrd="1" destOrd="0" presId="urn:microsoft.com/office/officeart/2005/8/layout/pyramid1"/>
    <dgm:cxn modelId="{C4A4A03D-7F7B-4D01-93F2-5FFF7B9EDCA0}" type="presParOf" srcId="{8F2F58A1-C2F4-423B-9128-63A69CC15C72}" destId="{79B9615E-1DC9-49EF-9415-84356BF6EC1A}" srcOrd="4" destOrd="0" presId="urn:microsoft.com/office/officeart/2005/8/layout/pyramid1"/>
    <dgm:cxn modelId="{D0ED67D7-7F54-47C3-BAE0-56CF6E6F07D2}" type="presParOf" srcId="{79B9615E-1DC9-49EF-9415-84356BF6EC1A}" destId="{E7A1B3C2-34D6-4696-B20C-9414515C6256}" srcOrd="0" destOrd="0" presId="urn:microsoft.com/office/officeart/2005/8/layout/pyramid1"/>
    <dgm:cxn modelId="{A855BE2F-15F2-473E-B206-6BCF35F192D2}" type="presParOf" srcId="{79B9615E-1DC9-49EF-9415-84356BF6EC1A}" destId="{70C4BEA3-F530-406B-B58A-D32F0820AC68}" srcOrd="1" destOrd="0" presId="urn:microsoft.com/office/officeart/2005/8/layout/pyramid1"/>
    <dgm:cxn modelId="{2847E7ED-C34A-406B-8DD0-1BB1B616F84F}" type="presParOf" srcId="{8F2F58A1-C2F4-423B-9128-63A69CC15C72}" destId="{897C3861-3BA3-4533-A2C3-8343130B0934}" srcOrd="5" destOrd="0" presId="urn:microsoft.com/office/officeart/2005/8/layout/pyramid1"/>
    <dgm:cxn modelId="{52F176DB-5D7A-4DC4-BD15-6710F73F751D}" type="presParOf" srcId="{897C3861-3BA3-4533-A2C3-8343130B0934}" destId="{BE4C6BA8-CCE0-400D-AC0C-C74B80C41656}" srcOrd="0" destOrd="0" presId="urn:microsoft.com/office/officeart/2005/8/layout/pyramid1"/>
    <dgm:cxn modelId="{DD4838BA-81BF-4EC5-A9FE-42D026B4E7D0}" type="presParOf" srcId="{897C3861-3BA3-4533-A2C3-8343130B0934}" destId="{5CF6E009-0212-407F-9F77-79D78344D2E1}" srcOrd="1" destOrd="0" presId="urn:microsoft.com/office/officeart/2005/8/layout/pyramid1"/>
    <dgm:cxn modelId="{14753C74-8423-4CC8-BA17-091768EB9117}" type="presParOf" srcId="{8F2F58A1-C2F4-423B-9128-63A69CC15C72}" destId="{870DB8BE-F749-4689-B65A-C96E7AD5E841}" srcOrd="6" destOrd="0" presId="urn:microsoft.com/office/officeart/2005/8/layout/pyramid1"/>
    <dgm:cxn modelId="{9DFC1666-B938-46F1-BE1E-3BAC77C1128F}" type="presParOf" srcId="{870DB8BE-F749-4689-B65A-C96E7AD5E841}" destId="{832CB016-EB61-4003-A9CE-09F7ECB679C2}" srcOrd="0" destOrd="0" presId="urn:microsoft.com/office/officeart/2005/8/layout/pyramid1"/>
    <dgm:cxn modelId="{BBA5733E-B884-4ED3-BF6A-1C968562C4A2}" type="presParOf" srcId="{870DB8BE-F749-4689-B65A-C96E7AD5E841}" destId="{DBF1E555-00D8-4B1F-A3D5-53B0A7B53AFE}"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AB20B-F006-49B3-B484-FAB767DDF6D2}">
      <dsp:nvSpPr>
        <dsp:cNvPr id="0" name=""/>
        <dsp:cNvSpPr/>
      </dsp:nvSpPr>
      <dsp:spPr>
        <a:xfrm>
          <a:off x="2691393" y="14991"/>
          <a:ext cx="875853" cy="503917"/>
        </a:xfrm>
        <a:prstGeom prst="trapezoid">
          <a:avLst>
            <a:gd name="adj" fmla="val 86904"/>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000" b="1" i="0" u="none" strike="noStrike" kern="1200" cap="none" normalizeH="0" baseline="0" dirty="0" smtClean="0">
              <a:ln/>
              <a:solidFill>
                <a:schemeClr val="tx1"/>
              </a:solidFill>
              <a:effectLst>
                <a:outerShdw blurRad="38100" dist="38100" dir="2700000" algn="tl">
                  <a:srgbClr val="FFFFFF"/>
                </a:outerShdw>
              </a:effectLst>
              <a:latin typeface="Arial Unicode MS" pitchFamily="34" charset="-128"/>
            </a:rPr>
            <a:t>Я</a:t>
          </a:r>
        </a:p>
      </dsp:txBody>
      <dsp:txXfrm>
        <a:off x="2691393" y="14991"/>
        <a:ext cx="875853" cy="503917"/>
      </dsp:txXfrm>
    </dsp:sp>
    <dsp:sp modelId="{1A98302D-3B9E-4735-8CFA-4F36FEFF957B}">
      <dsp:nvSpPr>
        <dsp:cNvPr id="0" name=""/>
        <dsp:cNvSpPr/>
      </dsp:nvSpPr>
      <dsp:spPr>
        <a:xfrm>
          <a:off x="2189634" y="503917"/>
          <a:ext cx="1751707" cy="503917"/>
        </a:xfrm>
        <a:prstGeom prst="trapezoid">
          <a:avLst>
            <a:gd name="adj" fmla="val 86904"/>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000" b="1" i="0" u="none" strike="noStrike" kern="1200" cap="none" normalizeH="0" baseline="0" dirty="0" smtClean="0">
              <a:ln/>
              <a:solidFill>
                <a:schemeClr val="tx1"/>
              </a:solidFill>
              <a:effectLst>
                <a:outerShdw blurRad="38100" dist="38100" dir="2700000" algn="tl">
                  <a:srgbClr val="FFFFFF"/>
                </a:outerShdw>
              </a:effectLst>
              <a:latin typeface="Arial Unicode MS" pitchFamily="34" charset="-128"/>
            </a:rPr>
            <a:t>контроль</a:t>
          </a:r>
        </a:p>
      </dsp:txBody>
      <dsp:txXfrm>
        <a:off x="2496183" y="503917"/>
        <a:ext cx="1138610" cy="503917"/>
      </dsp:txXfrm>
    </dsp:sp>
    <dsp:sp modelId="{CFB78CB9-9324-4DB3-AA4B-148CF4F77860}">
      <dsp:nvSpPr>
        <dsp:cNvPr id="0" name=""/>
        <dsp:cNvSpPr/>
      </dsp:nvSpPr>
      <dsp:spPr>
        <a:xfrm>
          <a:off x="1751707" y="1007835"/>
          <a:ext cx="2627561" cy="503917"/>
        </a:xfrm>
        <a:prstGeom prst="trapezoid">
          <a:avLst>
            <a:gd name="adj" fmla="val 86904"/>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sz="2000" b="1" i="0" u="none" strike="noStrike" kern="1200" cap="none" normalizeH="0" baseline="0" noProof="0" dirty="0" smtClean="0">
              <a:ln/>
              <a:solidFill>
                <a:schemeClr val="tx1"/>
              </a:solidFill>
              <a:effectLst>
                <a:outerShdw blurRad="38100" dist="38100" dir="2700000" algn="tl">
                  <a:srgbClr val="FFFFFF"/>
                </a:outerShdw>
              </a:effectLst>
              <a:latin typeface="Arial Unicode MS" pitchFamily="34" charset="-128"/>
            </a:rPr>
            <a:t>засвоєння</a:t>
          </a:r>
        </a:p>
      </dsp:txBody>
      <dsp:txXfrm>
        <a:off x="2211530" y="1007835"/>
        <a:ext cx="1707915" cy="503917"/>
      </dsp:txXfrm>
    </dsp:sp>
    <dsp:sp modelId="{AB0A22AB-EC9A-44DB-8701-9D6B88444585}">
      <dsp:nvSpPr>
        <dsp:cNvPr id="0" name=""/>
        <dsp:cNvSpPr/>
      </dsp:nvSpPr>
      <dsp:spPr>
        <a:xfrm>
          <a:off x="1313780" y="1511753"/>
          <a:ext cx="3503415" cy="503917"/>
        </a:xfrm>
        <a:prstGeom prst="trapezoid">
          <a:avLst>
            <a:gd name="adj" fmla="val 86904"/>
          </a:avLst>
        </a:prstGeom>
        <a:solidFill>
          <a:srgbClr val="00FF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sz="2000" b="1" i="0" u="none" strike="noStrike" kern="1200" cap="none" normalizeH="0" baseline="0" noProof="0" dirty="0" smtClean="0">
              <a:ln/>
              <a:solidFill>
                <a:schemeClr val="tx1"/>
              </a:solidFill>
              <a:effectLst>
                <a:outerShdw blurRad="38100" dist="38100" dir="2700000" algn="tl">
                  <a:srgbClr val="FFFFFF"/>
                </a:outerShdw>
              </a:effectLst>
              <a:latin typeface="Arial Unicode MS" pitchFamily="34" charset="-128"/>
            </a:rPr>
            <a:t>організація</a:t>
          </a:r>
        </a:p>
      </dsp:txBody>
      <dsp:txXfrm>
        <a:off x="1926878" y="1511753"/>
        <a:ext cx="2277220" cy="503917"/>
      </dsp:txXfrm>
    </dsp:sp>
    <dsp:sp modelId="{E7A1B3C2-34D6-4696-B20C-9414515C6256}">
      <dsp:nvSpPr>
        <dsp:cNvPr id="0" name=""/>
        <dsp:cNvSpPr/>
      </dsp:nvSpPr>
      <dsp:spPr>
        <a:xfrm>
          <a:off x="875853" y="2015671"/>
          <a:ext cx="4379269" cy="503917"/>
        </a:xfrm>
        <a:prstGeom prst="trapezoid">
          <a:avLst>
            <a:gd name="adj" fmla="val 86904"/>
          </a:avLst>
        </a:prstGeom>
        <a:solidFill>
          <a:srgbClr val="2EA25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sz="2000" b="1" i="0" u="none" strike="noStrike" kern="1200" cap="none" normalizeH="0" baseline="0" noProof="0" dirty="0" smtClean="0">
              <a:ln/>
              <a:solidFill>
                <a:schemeClr val="tx1"/>
              </a:solidFill>
              <a:effectLst>
                <a:outerShdw blurRad="38100" dist="38100" dir="2700000" algn="tl">
                  <a:srgbClr val="FFFFFF"/>
                </a:outerShdw>
              </a:effectLst>
              <a:latin typeface="Arial Unicode MS" pitchFamily="34" charset="-128"/>
            </a:rPr>
            <a:t>планування</a:t>
          </a:r>
        </a:p>
      </dsp:txBody>
      <dsp:txXfrm>
        <a:off x="1642225" y="2015671"/>
        <a:ext cx="2846525" cy="503917"/>
      </dsp:txXfrm>
    </dsp:sp>
    <dsp:sp modelId="{BE4C6BA8-CCE0-400D-AC0C-C74B80C41656}">
      <dsp:nvSpPr>
        <dsp:cNvPr id="0" name=""/>
        <dsp:cNvSpPr/>
      </dsp:nvSpPr>
      <dsp:spPr>
        <a:xfrm>
          <a:off x="437926" y="2519589"/>
          <a:ext cx="5255123" cy="503917"/>
        </a:xfrm>
        <a:prstGeom prst="trapezoid">
          <a:avLst>
            <a:gd name="adj" fmla="val 86904"/>
          </a:avLst>
        </a:prstGeom>
        <a:solidFill>
          <a:srgbClr val="FF006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uk-UA" sz="2000" b="1" i="0" u="none" strike="noStrike" kern="1200" cap="none" normalizeH="0" baseline="0" noProof="0" dirty="0" smtClean="0">
              <a:ln/>
              <a:solidFill>
                <a:schemeClr val="tx1"/>
              </a:solidFill>
              <a:effectLst>
                <a:outerShdw blurRad="38100" dist="38100" dir="2700000" algn="tl">
                  <a:srgbClr val="FFFFFF"/>
                </a:outerShdw>
              </a:effectLst>
              <a:latin typeface="Arial Unicode MS" pitchFamily="34" charset="-128"/>
            </a:rPr>
            <a:t>цілепокладання</a:t>
          </a:r>
        </a:p>
      </dsp:txBody>
      <dsp:txXfrm>
        <a:off x="1357573" y="2519589"/>
        <a:ext cx="3415830" cy="503917"/>
      </dsp:txXfrm>
    </dsp:sp>
    <dsp:sp modelId="{832CB016-EB61-4003-A9CE-09F7ECB679C2}">
      <dsp:nvSpPr>
        <dsp:cNvPr id="0" name=""/>
        <dsp:cNvSpPr/>
      </dsp:nvSpPr>
      <dsp:spPr>
        <a:xfrm>
          <a:off x="0" y="3023507"/>
          <a:ext cx="6130977" cy="503917"/>
        </a:xfrm>
        <a:prstGeom prst="trapezoid">
          <a:avLst>
            <a:gd name="adj" fmla="val 86904"/>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000" b="1" i="0" u="none" strike="noStrike" kern="1200" cap="none" normalizeH="0" baseline="0" dirty="0" smtClean="0">
              <a:ln/>
              <a:solidFill>
                <a:schemeClr val="tx1"/>
              </a:solidFill>
              <a:effectLst>
                <a:outerShdw blurRad="38100" dist="38100" dir="2700000" algn="tl">
                  <a:srgbClr val="FFFFFF"/>
                </a:outerShdw>
              </a:effectLst>
              <a:latin typeface="Arial Unicode MS" pitchFamily="34" charset="-128"/>
            </a:rPr>
            <a:t>само</a:t>
          </a:r>
        </a:p>
      </dsp:txBody>
      <dsp:txXfrm>
        <a:off x="1072920" y="3023507"/>
        <a:ext cx="3985135" cy="503917"/>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1F93A8-E1A8-49F5-A413-C57FBAFFF220}" type="datetimeFigureOut">
              <a:rPr lang="ru-RU" smtClean="0"/>
              <a:pPr/>
              <a:t>25.09.2025</a:t>
            </a:fld>
            <a:endParaRPr lang="ru-RU" dirty="0"/>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D8DAA3-A70F-4508-93E8-A829F9B43EE0}" type="slidenum">
              <a:rPr lang="ru-RU" smtClean="0"/>
              <a:pPr/>
              <a:t>‹#›</a:t>
            </a:fld>
            <a:endParaRPr lang="ru-RU"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sv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pptmon.com/" TargetMode="Externa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6 Imagen" descr="Dibujo.bmp"/>
          <p:cNvPicPr>
            <a:picLocks noChangeAspect="1"/>
          </p:cNvPicPr>
          <p:nvPr/>
        </p:nvPicPr>
        <p:blipFill>
          <a:blip r:embed="rId2" cstate="print"/>
          <a:stretch>
            <a:fillRect/>
          </a:stretch>
        </p:blipFill>
        <p:spPr>
          <a:xfrm>
            <a:off x="0" y="0"/>
            <a:ext cx="12192000" cy="6858000"/>
          </a:xfrm>
          <a:prstGeom prst="rect">
            <a:avLst/>
          </a:prstGeom>
        </p:spPr>
      </p:pic>
      <p:sp>
        <p:nvSpPr>
          <p:cNvPr id="2" name="1 Título"/>
          <p:cNvSpPr>
            <a:spLocks noGrp="1"/>
          </p:cNvSpPr>
          <p:nvPr>
            <p:ph type="ctrTitle"/>
          </p:nvPr>
        </p:nvSpPr>
        <p:spPr>
          <a:xfrm>
            <a:off x="914400" y="2130426"/>
            <a:ext cx="10363200" cy="1470025"/>
          </a:xfrm>
        </p:spPr>
        <p:txBody>
          <a:bodyPr/>
          <a:lstStyle>
            <a:lvl1pPr>
              <a:defRPr b="1" cap="none" spc="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defRPr>
            </a:lvl1pPr>
          </a:lstStyle>
          <a:p>
            <a:r>
              <a:rPr lang="ru-RU" smtClean="0"/>
              <a:t>Образец заголовка</a:t>
            </a:r>
            <a:endParaRPr lang="ru-RU" dirty="0"/>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dirty="0"/>
          </a:p>
        </p:txBody>
      </p:sp>
      <p:sp>
        <p:nvSpPr>
          <p:cNvPr id="4" name="3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11"/>
          </p:nvPr>
        </p:nvSpPr>
        <p:spPr/>
        <p:txBody>
          <a:bodyPr/>
          <a:lstStyle/>
          <a:p>
            <a:endParaRPr lang="ru-RU" dirty="0"/>
          </a:p>
        </p:txBody>
      </p:sp>
      <p:sp>
        <p:nvSpPr>
          <p:cNvPr id="6" name="5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3151810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1" cap="none" spc="0">
                <a:ln w="18415" cmpd="sng">
                  <a:solidFill>
                    <a:srgbClr val="0066FF"/>
                  </a:solidFill>
                  <a:prstDash val="solid"/>
                </a:ln>
                <a:solidFill>
                  <a:srgbClr val="FFFFFF"/>
                </a:solidFill>
                <a:effectLst>
                  <a:outerShdw blurRad="63500" dir="3600000" algn="tl" rotWithShape="0">
                    <a:srgbClr val="000000">
                      <a:alpha val="70000"/>
                    </a:srgbClr>
                  </a:outerShdw>
                </a:effectLst>
              </a:defRPr>
            </a:lvl1pPr>
          </a:lstStyle>
          <a:p>
            <a:r>
              <a:rPr lang="ru-RU" smtClean="0"/>
              <a:t>Образец заголовка</a:t>
            </a:r>
            <a:endParaRPr lang="ru-RU" dirty="0"/>
          </a:p>
        </p:txBody>
      </p:sp>
      <p:sp>
        <p:nvSpPr>
          <p:cNvPr id="3" name="2 Marcador de contenido"/>
          <p:cNvSpPr>
            <a:spLocks noGrp="1"/>
          </p:cNvSpPr>
          <p:nvPr>
            <p:ph idx="1"/>
          </p:nvPr>
        </p:nvSpPr>
        <p:spPr/>
        <p:txBody>
          <a:bodyPr/>
          <a:lstStyle>
            <a:lvl1pPr>
              <a:defRPr sz="2800">
                <a:ln>
                  <a:noFill/>
                </a:ln>
                <a:solidFill>
                  <a:srgbClr val="0000CC"/>
                </a:solidFill>
              </a:defRPr>
            </a:lvl1pPr>
            <a:lvl2pPr>
              <a:defRPr>
                <a:ln>
                  <a:noFill/>
                </a:ln>
                <a:solidFill>
                  <a:srgbClr val="0000CC"/>
                </a:solidFill>
              </a:defRPr>
            </a:lvl2pPr>
            <a:lvl3pPr>
              <a:defRPr>
                <a:ln>
                  <a:noFill/>
                </a:ln>
                <a:solidFill>
                  <a:srgbClr val="0000CC"/>
                </a:solidFill>
              </a:defRPr>
            </a:lvl3pPr>
            <a:lvl4pPr>
              <a:defRPr>
                <a:ln>
                  <a:noFill/>
                </a:ln>
                <a:solidFill>
                  <a:srgbClr val="0000CC"/>
                </a:solidFill>
              </a:defRPr>
            </a:lvl4pPr>
            <a:lvl5pPr>
              <a:defRPr>
                <a:ln>
                  <a:noFill/>
                </a:ln>
                <a:solidFill>
                  <a:srgbClr val="0000CC"/>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dirty="0"/>
          </a:p>
        </p:txBody>
      </p:sp>
      <p:sp>
        <p:nvSpPr>
          <p:cNvPr id="4" name="3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11"/>
          </p:nvPr>
        </p:nvSpPr>
        <p:spPr/>
        <p:txBody>
          <a:bodyPr/>
          <a:lstStyle/>
          <a:p>
            <a:endParaRPr lang="ru-RU" dirty="0"/>
          </a:p>
        </p:txBody>
      </p:sp>
      <p:sp>
        <p:nvSpPr>
          <p:cNvPr id="6" name="5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80475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ru-RU" smtClean="0"/>
              <a:t>Образец заголовка</a:t>
            </a:r>
            <a:endParaRPr lang="ru-RU"/>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3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11"/>
          </p:nvPr>
        </p:nvSpPr>
        <p:spPr/>
        <p:txBody>
          <a:bodyPr/>
          <a:lstStyle/>
          <a:p>
            <a:endParaRPr lang="ru-RU" dirty="0"/>
          </a:p>
        </p:txBody>
      </p:sp>
      <p:sp>
        <p:nvSpPr>
          <p:cNvPr id="6" name="5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2375578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smtClean="0"/>
              <a:t>Образец заголовка</a:t>
            </a:r>
            <a:endParaRPr lang="ru-RU"/>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4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6" name="5 Marcador de pie de página"/>
          <p:cNvSpPr>
            <a:spLocks noGrp="1"/>
          </p:cNvSpPr>
          <p:nvPr>
            <p:ph type="ftr" sz="quarter" idx="11"/>
          </p:nvPr>
        </p:nvSpPr>
        <p:spPr/>
        <p:txBody>
          <a:bodyPr/>
          <a:lstStyle/>
          <a:p>
            <a:endParaRPr lang="ru-RU" dirty="0"/>
          </a:p>
        </p:txBody>
      </p:sp>
      <p:sp>
        <p:nvSpPr>
          <p:cNvPr id="7" name="6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1337865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ru-RU" smtClean="0"/>
              <a:t>Образец заголовка</a:t>
            </a:r>
            <a:endParaRPr lang="ru-RU"/>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6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8" name="7 Marcador de pie de página"/>
          <p:cNvSpPr>
            <a:spLocks noGrp="1"/>
          </p:cNvSpPr>
          <p:nvPr>
            <p:ph type="ftr" sz="quarter" idx="11"/>
          </p:nvPr>
        </p:nvSpPr>
        <p:spPr/>
        <p:txBody>
          <a:bodyPr/>
          <a:lstStyle/>
          <a:p>
            <a:endParaRPr lang="ru-RU" dirty="0"/>
          </a:p>
        </p:txBody>
      </p:sp>
      <p:sp>
        <p:nvSpPr>
          <p:cNvPr id="9" name="8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3578385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smtClean="0"/>
              <a:t>Образец заголовка</a:t>
            </a:r>
            <a:endParaRPr lang="ru-RU"/>
          </a:p>
        </p:txBody>
      </p:sp>
      <p:sp>
        <p:nvSpPr>
          <p:cNvPr id="3" name="2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4" name="3 Marcador de pie de página"/>
          <p:cNvSpPr>
            <a:spLocks noGrp="1"/>
          </p:cNvSpPr>
          <p:nvPr>
            <p:ph type="ftr" sz="quarter" idx="11"/>
          </p:nvPr>
        </p:nvSpPr>
        <p:spPr/>
        <p:txBody>
          <a:bodyPr/>
          <a:lstStyle/>
          <a:p>
            <a:endParaRPr lang="ru-RU" dirty="0"/>
          </a:p>
        </p:txBody>
      </p:sp>
      <p:sp>
        <p:nvSpPr>
          <p:cNvPr id="5" name="4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418766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3" name="2 Marcador de pie de página"/>
          <p:cNvSpPr>
            <a:spLocks noGrp="1"/>
          </p:cNvSpPr>
          <p:nvPr>
            <p:ph type="ftr" sz="quarter" idx="11"/>
          </p:nvPr>
        </p:nvSpPr>
        <p:spPr/>
        <p:txBody>
          <a:bodyPr/>
          <a:lstStyle/>
          <a:p>
            <a:endParaRPr lang="ru-RU" dirty="0"/>
          </a:p>
        </p:txBody>
      </p:sp>
      <p:sp>
        <p:nvSpPr>
          <p:cNvPr id="4" name="3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1141654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ru-RU" smtClean="0"/>
              <a:t>Образец заголовка</a:t>
            </a:r>
            <a:endParaRPr lang="ru-RU"/>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4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6" name="5 Marcador de pie de página"/>
          <p:cNvSpPr>
            <a:spLocks noGrp="1"/>
          </p:cNvSpPr>
          <p:nvPr>
            <p:ph type="ftr" sz="quarter" idx="11"/>
          </p:nvPr>
        </p:nvSpPr>
        <p:spPr/>
        <p:txBody>
          <a:bodyPr/>
          <a:lstStyle/>
          <a:p>
            <a:endParaRPr lang="ru-RU" dirty="0"/>
          </a:p>
        </p:txBody>
      </p:sp>
      <p:sp>
        <p:nvSpPr>
          <p:cNvPr id="7" name="6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1010145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ru-RU" smtClean="0"/>
              <a:t>Образец заголовка</a:t>
            </a:r>
            <a:endParaRPr lang="ru-RU"/>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dirty="0" smtClean="0"/>
              <a:t>Вставка рисунка</a:t>
            </a:r>
            <a:endParaRPr lang="ru-RU"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4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6" name="5 Marcador de pie de página"/>
          <p:cNvSpPr>
            <a:spLocks noGrp="1"/>
          </p:cNvSpPr>
          <p:nvPr>
            <p:ph type="ftr" sz="quarter" idx="11"/>
          </p:nvPr>
        </p:nvSpPr>
        <p:spPr/>
        <p:txBody>
          <a:bodyPr/>
          <a:lstStyle/>
          <a:p>
            <a:endParaRPr lang="ru-RU" dirty="0"/>
          </a:p>
        </p:txBody>
      </p:sp>
      <p:sp>
        <p:nvSpPr>
          <p:cNvPr id="7" name="6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117622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smtClean="0"/>
              <a:t>Образец заголовка</a:t>
            </a:r>
            <a:endParaRPr lang="ru-RU"/>
          </a:p>
        </p:txBody>
      </p:sp>
      <p:sp>
        <p:nvSpPr>
          <p:cNvPr id="3" name="2 Marcador de texto vertical"/>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3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11"/>
          </p:nvPr>
        </p:nvSpPr>
        <p:spPr/>
        <p:txBody>
          <a:bodyPr/>
          <a:lstStyle/>
          <a:p>
            <a:endParaRPr lang="ru-RU" dirty="0"/>
          </a:p>
        </p:txBody>
      </p:sp>
      <p:sp>
        <p:nvSpPr>
          <p:cNvPr id="6" name="5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307412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ru-RU" smtClean="0"/>
              <a:t>Образец заголовка</a:t>
            </a:r>
            <a:endParaRPr lang="ru-RU"/>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3 Marcador de fecha"/>
          <p:cNvSpPr>
            <a:spLocks noGrp="1"/>
          </p:cNvSpPr>
          <p:nvPr>
            <p:ph type="dt" sz="half" idx="10"/>
          </p:nvPr>
        </p:nvSpPr>
        <p:spPr/>
        <p:txBody>
          <a:body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11"/>
          </p:nvPr>
        </p:nvSpPr>
        <p:spPr/>
        <p:txBody>
          <a:bodyPr/>
          <a:lstStyle/>
          <a:p>
            <a:endParaRPr lang="ru-RU" dirty="0"/>
          </a:p>
        </p:txBody>
      </p:sp>
      <p:sp>
        <p:nvSpPr>
          <p:cNvPr id="6" name="5 Marcador de número de diapositiva"/>
          <p:cNvSpPr>
            <a:spLocks noGrp="1"/>
          </p:cNvSpPr>
          <p:nvPr>
            <p:ph type="sldNum" sz="quarter" idx="12"/>
          </p:nvPr>
        </p:nvSpPr>
        <p:spPr/>
        <p:txBody>
          <a:bodyPr/>
          <a:lstStyle/>
          <a:p>
            <a:fld id="{736C0FE5-4EAD-40AB-8675-7DC5DA07DD57}" type="slidenum">
              <a:rPr lang="ru-RU" smtClean="0"/>
              <a:pPr/>
              <a:t>‹#›</a:t>
            </a:fld>
            <a:endParaRPr lang="ru-RU" dirty="0"/>
          </a:p>
        </p:txBody>
      </p:sp>
    </p:spTree>
    <p:extLst>
      <p:ext uri="{BB962C8B-B14F-4D97-AF65-F5344CB8AC3E}">
        <p14:creationId xmlns:p14="http://schemas.microsoft.com/office/powerpoint/2010/main" val="3434714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PPTMON title">
    <p:spTree>
      <p:nvGrpSpPr>
        <p:cNvPr id="1" name=""/>
        <p:cNvGrpSpPr/>
        <p:nvPr/>
      </p:nvGrpSpPr>
      <p:grpSpPr>
        <a:xfrm>
          <a:off x="0" y="0"/>
          <a:ext cx="0" cy="0"/>
          <a:chOff x="0" y="0"/>
          <a:chExt cx="0" cy="0"/>
        </a:xfrm>
      </p:grpSpPr>
      <p:pic>
        <p:nvPicPr>
          <p:cNvPr id="102" name="그래픽 101">
            <a:extLst>
              <a:ext uri="{FF2B5EF4-FFF2-40B4-BE49-F238E27FC236}">
                <a16:creationId xmlns:a16="http://schemas.microsoft.com/office/drawing/2014/main" id="{E71BE312-B390-4F44-9BF7-1E05C953E23B}"/>
              </a:ext>
            </a:extLst>
          </p:cNvPr>
          <p:cNvPicPr>
            <a:picLocks noChangeAspect="1"/>
          </p:cNvPicPr>
          <p:nvPr userDrawn="1"/>
        </p:nvPicPr>
        <p:blipFill rotWithShape="1">
          <a:blip r:embed="rId2" cstate="print">
            <a:extLst>
              <a:ext uri="{96DAC541-7B7A-43D3-8B79-37D633B846F1}">
                <asvg:svgBlip xmlns:asvg="http://schemas.microsoft.com/office/drawing/2016/SVG/main" xmlns="" r:embed="rId3"/>
              </a:ext>
            </a:extLst>
          </a:blip>
          <a:srcRect r="9833" b="6383"/>
          <a:stretch/>
        </p:blipFill>
        <p:spPr>
          <a:xfrm flipH="1">
            <a:off x="0" y="4041436"/>
            <a:ext cx="4660900" cy="2816564"/>
          </a:xfrm>
          <a:prstGeom prst="rect">
            <a:avLst/>
          </a:prstGeom>
        </p:spPr>
      </p:pic>
      <p:pic>
        <p:nvPicPr>
          <p:cNvPr id="68" name="그래픽 67">
            <a:extLst>
              <a:ext uri="{FF2B5EF4-FFF2-40B4-BE49-F238E27FC236}">
                <a16:creationId xmlns:a16="http://schemas.microsoft.com/office/drawing/2014/main" id="{ACE943B1-8A2E-4852-A488-3C6EDB28709C}"/>
              </a:ext>
            </a:extLst>
          </p:cNvPr>
          <p:cNvPicPr>
            <a:picLocks noChangeAspect="1"/>
          </p:cNvPicPr>
          <p:nvPr userDrawn="1"/>
        </p:nvPicPr>
        <p:blipFill rotWithShape="1">
          <a:blip r:embed="rId4">
            <a:extLst>
              <a:ext uri="{96DAC541-7B7A-43D3-8B79-37D633B846F1}">
                <asvg:svgBlip xmlns:asvg="http://schemas.microsoft.com/office/drawing/2016/SVG/main" xmlns="" r:embed="rId3"/>
              </a:ext>
            </a:extLst>
          </a:blip>
          <a:srcRect r="37094"/>
          <a:stretch/>
        </p:blipFill>
        <p:spPr>
          <a:xfrm>
            <a:off x="7422763" y="0"/>
            <a:ext cx="4769237" cy="4412706"/>
          </a:xfrm>
          <a:prstGeom prst="rect">
            <a:avLst/>
          </a:prstGeom>
        </p:spPr>
      </p:pic>
      <p:pic>
        <p:nvPicPr>
          <p:cNvPr id="17" name="그림 16">
            <a:extLst>
              <a:ext uri="{FF2B5EF4-FFF2-40B4-BE49-F238E27FC236}">
                <a16:creationId xmlns:a16="http://schemas.microsoft.com/office/drawing/2014/main" id="{E8726EFA-DF62-4557-B086-AE7D21BB6CE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r="15221" b="54427"/>
          <a:stretch/>
        </p:blipFill>
        <p:spPr>
          <a:xfrm>
            <a:off x="7871150" y="3709306"/>
            <a:ext cx="4256449" cy="3148694"/>
          </a:xfrm>
          <a:prstGeom prst="rect">
            <a:avLst/>
          </a:prstGeom>
        </p:spPr>
      </p:pic>
      <p:pic>
        <p:nvPicPr>
          <p:cNvPr id="4" name="Graphic 3">
            <a:hlinkClick r:id="rId6"/>
            <a:extLst>
              <a:ext uri="{FF2B5EF4-FFF2-40B4-BE49-F238E27FC236}">
                <a16:creationId xmlns:a16="http://schemas.microsoft.com/office/drawing/2014/main" id="{18391A64-485F-424B-B3B2-B1CB6E26B08D}"/>
              </a:ext>
            </a:extLst>
          </p:cNvPr>
          <p:cNvPicPr>
            <a:picLocks noChangeAspect="1"/>
          </p:cNvPicPr>
          <p:nvPr userDrawn="1"/>
        </p:nvPicPr>
        <p:blipFill>
          <a:blip r:embed="rId7" cstate="print">
            <a:extLst>
              <a:ext uri="{96DAC541-7B7A-43D3-8B79-37D633B846F1}">
                <asvg:svgBlip xmlns:asvg="http://schemas.microsoft.com/office/drawing/2016/SVG/main" xmlns="" r:embed="rId8"/>
              </a:ext>
            </a:extLst>
          </a:blip>
          <a:stretch>
            <a:fillRect/>
          </a:stretch>
        </p:blipFill>
        <p:spPr>
          <a:xfrm>
            <a:off x="5647236" y="7063924"/>
            <a:ext cx="2471738" cy="190500"/>
          </a:xfrm>
          <a:prstGeom prst="rect">
            <a:avLst/>
          </a:prstGeom>
        </p:spPr>
      </p:pic>
      <p:sp>
        <p:nvSpPr>
          <p:cNvPr id="23" name="TextBox 22">
            <a:extLst>
              <a:ext uri="{FF2B5EF4-FFF2-40B4-BE49-F238E27FC236}">
                <a16:creationId xmlns:a16="http://schemas.microsoft.com/office/drawing/2014/main" id="{D0222388-ACFB-4C7D-92F6-B808C17D7B09}"/>
              </a:ext>
            </a:extLst>
          </p:cNvPr>
          <p:cNvSpPr txBox="1"/>
          <p:nvPr userDrawn="1"/>
        </p:nvSpPr>
        <p:spPr>
          <a:xfrm>
            <a:off x="4073025" y="7063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grpSp>
        <p:nvGrpSpPr>
          <p:cNvPr id="2" name="그룹 93">
            <a:extLst>
              <a:ext uri="{FF2B5EF4-FFF2-40B4-BE49-F238E27FC236}">
                <a16:creationId xmlns:a16="http://schemas.microsoft.com/office/drawing/2014/main" id="{E24BDCFC-46F8-4308-B4A4-02F941D15F1E}"/>
              </a:ext>
            </a:extLst>
          </p:cNvPr>
          <p:cNvGrpSpPr/>
          <p:nvPr userDrawn="1"/>
        </p:nvGrpSpPr>
        <p:grpSpPr>
          <a:xfrm>
            <a:off x="0" y="3770046"/>
            <a:ext cx="3618478" cy="3087954"/>
            <a:chOff x="883289" y="2007933"/>
            <a:chExt cx="4689926" cy="4002311"/>
          </a:xfrm>
        </p:grpSpPr>
        <p:pic>
          <p:nvPicPr>
            <p:cNvPr id="7" name="그림 6">
              <a:extLst>
                <a:ext uri="{FF2B5EF4-FFF2-40B4-BE49-F238E27FC236}">
                  <a16:creationId xmlns:a16="http://schemas.microsoft.com/office/drawing/2014/main" id="{E9932EE8-D1E8-4D23-934B-52C5F1812122}"/>
                </a:ext>
              </a:extLst>
            </p:cNvPr>
            <p:cNvPicPr>
              <a:picLocks noChangeAspect="1"/>
            </p:cNvPicPr>
            <p:nvPr userDrawn="1"/>
          </p:nvPicPr>
          <p:blipFill rotWithShape="1">
            <a:blip r:embed="rId9" cstate="print">
              <a:extLst>
                <a:ext uri="{28A0092B-C50C-407E-A947-70E740481C1C}">
                  <a14:useLocalDpi xmlns:a14="http://schemas.microsoft.com/office/drawing/2010/main" val="0"/>
                </a:ext>
              </a:extLst>
            </a:blip>
            <a:srcRect l="3524"/>
            <a:stretch/>
          </p:blipFill>
          <p:spPr>
            <a:xfrm>
              <a:off x="883289" y="3537900"/>
              <a:ext cx="4689926" cy="2472344"/>
            </a:xfrm>
            <a:prstGeom prst="rect">
              <a:avLst/>
            </a:prstGeom>
          </p:spPr>
        </p:pic>
        <p:pic>
          <p:nvPicPr>
            <p:cNvPr id="13" name="그림 12">
              <a:extLst>
                <a:ext uri="{FF2B5EF4-FFF2-40B4-BE49-F238E27FC236}">
                  <a16:creationId xmlns:a16="http://schemas.microsoft.com/office/drawing/2014/main" id="{B9A55BD9-B236-4D0D-B0F9-E4EED39FC2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2010692" y="2007933"/>
              <a:ext cx="2649664" cy="1529967"/>
            </a:xfrm>
            <a:prstGeom prst="rect">
              <a:avLst/>
            </a:prstGeom>
          </p:spPr>
        </p:pic>
      </p:grpSp>
      <p:pic>
        <p:nvPicPr>
          <p:cNvPr id="60" name="그림 59">
            <a:extLst>
              <a:ext uri="{FF2B5EF4-FFF2-40B4-BE49-F238E27FC236}">
                <a16:creationId xmlns:a16="http://schemas.microsoft.com/office/drawing/2014/main" id="{5DBE39C5-D619-4D0E-A592-D483F7FC454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3780971"/>
            <a:ext cx="2524097" cy="3077029"/>
          </a:xfrm>
          <a:prstGeom prst="rect">
            <a:avLst/>
          </a:prstGeom>
        </p:spPr>
      </p:pic>
      <p:pic>
        <p:nvPicPr>
          <p:cNvPr id="62" name="그림 61">
            <a:extLst>
              <a:ext uri="{FF2B5EF4-FFF2-40B4-BE49-F238E27FC236}">
                <a16:creationId xmlns:a16="http://schemas.microsoft.com/office/drawing/2014/main" id="{D614B4FD-4BAA-418E-8C7A-977A6C8F3D54}"/>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913794" y="3780971"/>
            <a:ext cx="1278206" cy="3077029"/>
          </a:xfrm>
          <a:prstGeom prst="rect">
            <a:avLst/>
          </a:prstGeom>
        </p:spPr>
      </p:pic>
      <p:sp>
        <p:nvSpPr>
          <p:cNvPr id="70" name="자유형: 도형 69">
            <a:extLst>
              <a:ext uri="{FF2B5EF4-FFF2-40B4-BE49-F238E27FC236}">
                <a16:creationId xmlns:a16="http://schemas.microsoft.com/office/drawing/2014/main" id="{36461D55-F058-47BA-9C82-E05EC879EFF7}"/>
              </a:ext>
            </a:extLst>
          </p:cNvPr>
          <p:cNvSpPr>
            <a:spLocks noChangeAspect="1"/>
          </p:cNvSpPr>
          <p:nvPr userDrawn="1"/>
        </p:nvSpPr>
        <p:spPr>
          <a:xfrm>
            <a:off x="1062413" y="311304"/>
            <a:ext cx="129600" cy="144000"/>
          </a:xfrm>
          <a:custGeom>
            <a:avLst/>
            <a:gdLst>
              <a:gd name="connsiteX0" fmla="*/ 258032 w 274242"/>
              <a:gd name="connsiteY0" fmla="*/ 139917 h 304714"/>
              <a:gd name="connsiteX1" fmla="*/ 148411 w 274242"/>
              <a:gd name="connsiteY1" fmla="*/ 137860 h 304714"/>
              <a:gd name="connsiteX2" fmla="*/ 148411 w 274242"/>
              <a:gd name="connsiteY2" fmla="*/ 18336 h 304714"/>
              <a:gd name="connsiteX3" fmla="*/ 119920 w 274242"/>
              <a:gd name="connsiteY3" fmla="*/ 18336 h 304714"/>
              <a:gd name="connsiteX4" fmla="*/ 119920 w 274242"/>
              <a:gd name="connsiteY4" fmla="*/ 138394 h 304714"/>
              <a:gd name="connsiteX5" fmla="*/ 18222 w 274242"/>
              <a:gd name="connsiteY5" fmla="*/ 144259 h 304714"/>
              <a:gd name="connsiteX6" fmla="*/ 18222 w 274242"/>
              <a:gd name="connsiteY6" fmla="*/ 172750 h 304714"/>
              <a:gd name="connsiteX7" fmla="*/ 119920 w 274242"/>
              <a:gd name="connsiteY7" fmla="*/ 166884 h 304714"/>
              <a:gd name="connsiteX8" fmla="*/ 119920 w 274242"/>
              <a:gd name="connsiteY8" fmla="*/ 288084 h 304714"/>
              <a:gd name="connsiteX9" fmla="*/ 148411 w 274242"/>
              <a:gd name="connsiteY9" fmla="*/ 288084 h 304714"/>
              <a:gd name="connsiteX10" fmla="*/ 148411 w 274242"/>
              <a:gd name="connsiteY10" fmla="*/ 166351 h 304714"/>
              <a:gd name="connsiteX11" fmla="*/ 258032 w 274242"/>
              <a:gd name="connsiteY11" fmla="*/ 168408 h 304714"/>
              <a:gd name="connsiteX12" fmla="*/ 258032 w 274242"/>
              <a:gd name="connsiteY12" fmla="*/ 139917 h 3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42" h="304714">
                <a:moveTo>
                  <a:pt x="258032" y="139917"/>
                </a:moveTo>
                <a:cubicBezTo>
                  <a:pt x="221467" y="138089"/>
                  <a:pt x="184901" y="137403"/>
                  <a:pt x="148411" y="137860"/>
                </a:cubicBezTo>
                <a:cubicBezTo>
                  <a:pt x="148411" y="98019"/>
                  <a:pt x="148411" y="58178"/>
                  <a:pt x="148411" y="18336"/>
                </a:cubicBezTo>
                <a:cubicBezTo>
                  <a:pt x="148411" y="-23"/>
                  <a:pt x="119920" y="-23"/>
                  <a:pt x="119920" y="18336"/>
                </a:cubicBezTo>
                <a:cubicBezTo>
                  <a:pt x="119920" y="58330"/>
                  <a:pt x="119920" y="98400"/>
                  <a:pt x="119920" y="138394"/>
                </a:cubicBezTo>
                <a:cubicBezTo>
                  <a:pt x="86021" y="139384"/>
                  <a:pt x="52122" y="141288"/>
                  <a:pt x="18222" y="144259"/>
                </a:cubicBezTo>
                <a:cubicBezTo>
                  <a:pt x="92" y="145859"/>
                  <a:pt x="-61" y="174350"/>
                  <a:pt x="18222" y="172750"/>
                </a:cubicBezTo>
                <a:cubicBezTo>
                  <a:pt x="52122" y="169779"/>
                  <a:pt x="86021" y="167875"/>
                  <a:pt x="119920" y="166884"/>
                </a:cubicBezTo>
                <a:cubicBezTo>
                  <a:pt x="119920" y="207259"/>
                  <a:pt x="119920" y="247634"/>
                  <a:pt x="119920" y="288084"/>
                </a:cubicBezTo>
                <a:cubicBezTo>
                  <a:pt x="119920" y="306444"/>
                  <a:pt x="148411" y="306444"/>
                  <a:pt x="148411" y="288084"/>
                </a:cubicBezTo>
                <a:cubicBezTo>
                  <a:pt x="148411" y="247481"/>
                  <a:pt x="148411" y="206878"/>
                  <a:pt x="148411" y="166351"/>
                </a:cubicBezTo>
                <a:cubicBezTo>
                  <a:pt x="184901" y="165894"/>
                  <a:pt x="221467" y="166504"/>
                  <a:pt x="258032" y="168408"/>
                </a:cubicBezTo>
                <a:cubicBezTo>
                  <a:pt x="276391" y="169322"/>
                  <a:pt x="276315" y="140831"/>
                  <a:pt x="258032" y="139917"/>
                </a:cubicBezTo>
                <a:close/>
              </a:path>
            </a:pathLst>
          </a:custGeom>
          <a:solidFill>
            <a:srgbClr val="1DD6A1"/>
          </a:solidFill>
          <a:ln w="7614" cap="flat">
            <a:noFill/>
            <a:prstDash val="solid"/>
            <a:miter/>
          </a:ln>
        </p:spPr>
        <p:txBody>
          <a:bodyPr rtlCol="0" anchor="ctr"/>
          <a:lstStyle/>
          <a:p>
            <a:endParaRPr lang="ko-KR" altLang="en-US"/>
          </a:p>
        </p:txBody>
      </p:sp>
      <p:sp>
        <p:nvSpPr>
          <p:cNvPr id="71" name="자유형: 도형 70">
            <a:extLst>
              <a:ext uri="{FF2B5EF4-FFF2-40B4-BE49-F238E27FC236}">
                <a16:creationId xmlns:a16="http://schemas.microsoft.com/office/drawing/2014/main" id="{BA00A00A-152B-43AE-BDC5-69AE55D413D9}"/>
              </a:ext>
            </a:extLst>
          </p:cNvPr>
          <p:cNvSpPr>
            <a:spLocks noChangeAspect="1"/>
          </p:cNvSpPr>
          <p:nvPr userDrawn="1"/>
        </p:nvSpPr>
        <p:spPr>
          <a:xfrm>
            <a:off x="11136392" y="1201186"/>
            <a:ext cx="128000" cy="144000"/>
          </a:xfrm>
          <a:custGeom>
            <a:avLst/>
            <a:gdLst>
              <a:gd name="connsiteX0" fmla="*/ 231693 w 243771"/>
              <a:gd name="connsiteY0" fmla="*/ 124396 h 274242"/>
              <a:gd name="connsiteX1" fmla="*/ 135937 w 243771"/>
              <a:gd name="connsiteY1" fmla="*/ 122568 h 274242"/>
              <a:gd name="connsiteX2" fmla="*/ 135937 w 243771"/>
              <a:gd name="connsiteY2" fmla="*/ 18508 h 274242"/>
              <a:gd name="connsiteX3" fmla="*/ 107065 w 243771"/>
              <a:gd name="connsiteY3" fmla="*/ 18508 h 274242"/>
              <a:gd name="connsiteX4" fmla="*/ 107065 w 243771"/>
              <a:gd name="connsiteY4" fmla="*/ 123177 h 274242"/>
              <a:gd name="connsiteX5" fmla="*/ 18393 w 243771"/>
              <a:gd name="connsiteY5" fmla="*/ 128281 h 274242"/>
              <a:gd name="connsiteX6" fmla="*/ 18393 w 243771"/>
              <a:gd name="connsiteY6" fmla="*/ 157153 h 274242"/>
              <a:gd name="connsiteX7" fmla="*/ 107065 w 243771"/>
              <a:gd name="connsiteY7" fmla="*/ 152049 h 274242"/>
              <a:gd name="connsiteX8" fmla="*/ 107065 w 243771"/>
              <a:gd name="connsiteY8" fmla="*/ 257556 h 274242"/>
              <a:gd name="connsiteX9" fmla="*/ 135937 w 243771"/>
              <a:gd name="connsiteY9" fmla="*/ 257556 h 274242"/>
              <a:gd name="connsiteX10" fmla="*/ 135937 w 243771"/>
              <a:gd name="connsiteY10" fmla="*/ 151439 h 274242"/>
              <a:gd name="connsiteX11" fmla="*/ 231693 w 243771"/>
              <a:gd name="connsiteY11" fmla="*/ 153268 h 274242"/>
              <a:gd name="connsiteX12" fmla="*/ 231693 w 243771"/>
              <a:gd name="connsiteY12" fmla="*/ 124396 h 274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771" h="274242">
                <a:moveTo>
                  <a:pt x="231693" y="124396"/>
                </a:moveTo>
                <a:cubicBezTo>
                  <a:pt x="199698" y="122796"/>
                  <a:pt x="167856" y="122187"/>
                  <a:pt x="135937" y="122568"/>
                </a:cubicBezTo>
                <a:cubicBezTo>
                  <a:pt x="135937" y="87906"/>
                  <a:pt x="135937" y="53169"/>
                  <a:pt x="135937" y="18508"/>
                </a:cubicBezTo>
                <a:cubicBezTo>
                  <a:pt x="135937" y="-80"/>
                  <a:pt x="107065" y="-80"/>
                  <a:pt x="107065" y="18508"/>
                </a:cubicBezTo>
                <a:cubicBezTo>
                  <a:pt x="107065" y="53397"/>
                  <a:pt x="107065" y="88287"/>
                  <a:pt x="107065" y="123177"/>
                </a:cubicBezTo>
                <a:cubicBezTo>
                  <a:pt x="77508" y="124091"/>
                  <a:pt x="47951" y="125767"/>
                  <a:pt x="18393" y="128281"/>
                </a:cubicBezTo>
                <a:cubicBezTo>
                  <a:pt x="34" y="129881"/>
                  <a:pt x="-118" y="158752"/>
                  <a:pt x="18393" y="157153"/>
                </a:cubicBezTo>
                <a:cubicBezTo>
                  <a:pt x="47951" y="154563"/>
                  <a:pt x="77508" y="152887"/>
                  <a:pt x="107065" y="152049"/>
                </a:cubicBezTo>
                <a:cubicBezTo>
                  <a:pt x="107065" y="187243"/>
                  <a:pt x="107065" y="222438"/>
                  <a:pt x="107065" y="257556"/>
                </a:cubicBezTo>
                <a:cubicBezTo>
                  <a:pt x="107065" y="276144"/>
                  <a:pt x="135937" y="276144"/>
                  <a:pt x="135937" y="257556"/>
                </a:cubicBezTo>
                <a:cubicBezTo>
                  <a:pt x="135937" y="222209"/>
                  <a:pt x="135937" y="186786"/>
                  <a:pt x="135937" y="151439"/>
                </a:cubicBezTo>
                <a:cubicBezTo>
                  <a:pt x="167856" y="151058"/>
                  <a:pt x="199698" y="151668"/>
                  <a:pt x="231693" y="153268"/>
                </a:cubicBezTo>
                <a:cubicBezTo>
                  <a:pt x="250281" y="154182"/>
                  <a:pt x="250205" y="125310"/>
                  <a:pt x="231693" y="124396"/>
                </a:cubicBezTo>
                <a:close/>
              </a:path>
            </a:pathLst>
          </a:custGeom>
          <a:solidFill>
            <a:srgbClr val="1DD6A1"/>
          </a:solidFill>
          <a:ln w="7614" cap="flat">
            <a:noFill/>
            <a:prstDash val="solid"/>
            <a:miter/>
          </a:ln>
        </p:spPr>
        <p:txBody>
          <a:bodyPr rtlCol="0" anchor="ctr"/>
          <a:lstStyle/>
          <a:p>
            <a:endParaRPr lang="ko-KR" altLang="en-US"/>
          </a:p>
        </p:txBody>
      </p:sp>
      <p:sp>
        <p:nvSpPr>
          <p:cNvPr id="72" name="자유형: 도형 71">
            <a:extLst>
              <a:ext uri="{FF2B5EF4-FFF2-40B4-BE49-F238E27FC236}">
                <a16:creationId xmlns:a16="http://schemas.microsoft.com/office/drawing/2014/main" id="{E38A8DFA-1EB0-413C-8BA6-B249DFDF127D}"/>
              </a:ext>
            </a:extLst>
          </p:cNvPr>
          <p:cNvSpPr>
            <a:spLocks noChangeAspect="1"/>
          </p:cNvSpPr>
          <p:nvPr userDrawn="1"/>
        </p:nvSpPr>
        <p:spPr>
          <a:xfrm>
            <a:off x="11649138" y="403570"/>
            <a:ext cx="132000" cy="108000"/>
          </a:xfrm>
          <a:custGeom>
            <a:avLst/>
            <a:gdLst>
              <a:gd name="connsiteX0" fmla="*/ 241235 w 251389"/>
              <a:gd name="connsiteY0" fmla="*/ 100935 h 205682"/>
              <a:gd name="connsiteX1" fmla="*/ 160866 w 251389"/>
              <a:gd name="connsiteY1" fmla="*/ 97735 h 205682"/>
              <a:gd name="connsiteX2" fmla="*/ 150277 w 251389"/>
              <a:gd name="connsiteY2" fmla="*/ 12568 h 205682"/>
              <a:gd name="connsiteX3" fmla="*/ 128795 w 251389"/>
              <a:gd name="connsiteY3" fmla="*/ 18510 h 205682"/>
              <a:gd name="connsiteX4" fmla="*/ 138623 w 251389"/>
              <a:gd name="connsiteY4" fmla="*/ 97964 h 205682"/>
              <a:gd name="connsiteX5" fmla="*/ 15137 w 251389"/>
              <a:gd name="connsiteY5" fmla="*/ 106801 h 205682"/>
              <a:gd name="connsiteX6" fmla="*/ 15137 w 251389"/>
              <a:gd name="connsiteY6" fmla="*/ 129045 h 205682"/>
              <a:gd name="connsiteX7" fmla="*/ 139384 w 251389"/>
              <a:gd name="connsiteY7" fmla="*/ 120208 h 205682"/>
              <a:gd name="connsiteX8" fmla="*/ 136185 w 251389"/>
              <a:gd name="connsiteY8" fmla="*/ 191511 h 205682"/>
              <a:gd name="connsiteX9" fmla="*/ 158429 w 251389"/>
              <a:gd name="connsiteY9" fmla="*/ 191511 h 205682"/>
              <a:gd name="connsiteX10" fmla="*/ 161553 w 251389"/>
              <a:gd name="connsiteY10" fmla="*/ 120056 h 205682"/>
              <a:gd name="connsiteX11" fmla="*/ 241083 w 251389"/>
              <a:gd name="connsiteY11" fmla="*/ 123255 h 205682"/>
              <a:gd name="connsiteX12" fmla="*/ 241235 w 251389"/>
              <a:gd name="connsiteY12" fmla="*/ 100935 h 20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389" h="205682">
                <a:moveTo>
                  <a:pt x="241235" y="100935"/>
                </a:moveTo>
                <a:cubicBezTo>
                  <a:pt x="214420" y="98878"/>
                  <a:pt x="187605" y="97888"/>
                  <a:pt x="160866" y="97735"/>
                </a:cubicBezTo>
                <a:cubicBezTo>
                  <a:pt x="159343" y="69321"/>
                  <a:pt x="155839" y="40906"/>
                  <a:pt x="150277" y="12568"/>
                </a:cubicBezTo>
                <a:cubicBezTo>
                  <a:pt x="147535" y="-1449"/>
                  <a:pt x="126053" y="4493"/>
                  <a:pt x="128795" y="18510"/>
                </a:cubicBezTo>
                <a:cubicBezTo>
                  <a:pt x="133976" y="45020"/>
                  <a:pt x="137175" y="71454"/>
                  <a:pt x="138623" y="97964"/>
                </a:cubicBezTo>
                <a:cubicBezTo>
                  <a:pt x="97410" y="98649"/>
                  <a:pt x="56350" y="101544"/>
                  <a:pt x="15137" y="106801"/>
                </a:cubicBezTo>
                <a:cubicBezTo>
                  <a:pt x="1120" y="108629"/>
                  <a:pt x="968" y="130873"/>
                  <a:pt x="15137" y="129045"/>
                </a:cubicBezTo>
                <a:cubicBezTo>
                  <a:pt x="56578" y="123712"/>
                  <a:pt x="97943" y="120817"/>
                  <a:pt x="139384" y="120208"/>
                </a:cubicBezTo>
                <a:cubicBezTo>
                  <a:pt x="139766" y="143900"/>
                  <a:pt x="138699" y="167591"/>
                  <a:pt x="136185" y="191511"/>
                </a:cubicBezTo>
                <a:cubicBezTo>
                  <a:pt x="134661" y="205757"/>
                  <a:pt x="156981" y="205680"/>
                  <a:pt x="158429" y="191511"/>
                </a:cubicBezTo>
                <a:cubicBezTo>
                  <a:pt x="160943" y="167591"/>
                  <a:pt x="161933" y="143747"/>
                  <a:pt x="161553" y="120056"/>
                </a:cubicBezTo>
                <a:cubicBezTo>
                  <a:pt x="188063" y="120208"/>
                  <a:pt x="214573" y="121198"/>
                  <a:pt x="241083" y="123255"/>
                </a:cubicBezTo>
                <a:cubicBezTo>
                  <a:pt x="255557" y="124322"/>
                  <a:pt x="255480" y="102077"/>
                  <a:pt x="241235" y="100935"/>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75" name="자유형: 도형 74">
            <a:extLst>
              <a:ext uri="{FF2B5EF4-FFF2-40B4-BE49-F238E27FC236}">
                <a16:creationId xmlns:a16="http://schemas.microsoft.com/office/drawing/2014/main" id="{60FF4796-441D-41EA-AF49-F8E60BFCE7EE}"/>
              </a:ext>
            </a:extLst>
          </p:cNvPr>
          <p:cNvSpPr/>
          <p:nvPr userDrawn="1"/>
        </p:nvSpPr>
        <p:spPr>
          <a:xfrm>
            <a:off x="10885927" y="209704"/>
            <a:ext cx="45719" cy="45719"/>
          </a:xfrm>
          <a:custGeom>
            <a:avLst/>
            <a:gdLst>
              <a:gd name="connsiteX0" fmla="*/ 21056 w 38089"/>
              <a:gd name="connsiteY0" fmla="*/ 7912 h 38089"/>
              <a:gd name="connsiteX1" fmla="*/ 7801 w 38089"/>
              <a:gd name="connsiteY1" fmla="*/ 21396 h 38089"/>
              <a:gd name="connsiteX2" fmla="*/ 23569 w 38089"/>
              <a:gd name="connsiteY2" fmla="*/ 37165 h 38089"/>
              <a:gd name="connsiteX3" fmla="*/ 36824 w 38089"/>
              <a:gd name="connsiteY3" fmla="*/ 23681 h 38089"/>
              <a:gd name="connsiteX4" fmla="*/ 21056 w 38089"/>
              <a:gd name="connsiteY4" fmla="*/ 7912 h 38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89" h="38089">
                <a:moveTo>
                  <a:pt x="21056" y="7912"/>
                </a:moveTo>
                <a:cubicBezTo>
                  <a:pt x="16637" y="12407"/>
                  <a:pt x="12219" y="16901"/>
                  <a:pt x="7801" y="21396"/>
                </a:cubicBezTo>
                <a:cubicBezTo>
                  <a:pt x="-2255" y="31604"/>
                  <a:pt x="13438" y="47373"/>
                  <a:pt x="23569" y="37165"/>
                </a:cubicBezTo>
                <a:cubicBezTo>
                  <a:pt x="27988" y="32670"/>
                  <a:pt x="32406" y="28176"/>
                  <a:pt x="36824" y="23681"/>
                </a:cubicBezTo>
                <a:cubicBezTo>
                  <a:pt x="46881" y="13397"/>
                  <a:pt x="31111" y="-2372"/>
                  <a:pt x="21056" y="7912"/>
                </a:cubicBezTo>
                <a:close/>
              </a:path>
            </a:pathLst>
          </a:custGeom>
          <a:solidFill>
            <a:srgbClr val="1DD6A1"/>
          </a:solidFill>
          <a:ln w="7614" cap="flat">
            <a:noFill/>
            <a:prstDash val="solid"/>
            <a:miter/>
          </a:ln>
        </p:spPr>
        <p:txBody>
          <a:bodyPr rtlCol="0" anchor="ctr"/>
          <a:lstStyle/>
          <a:p>
            <a:endParaRPr lang="ko-KR" altLang="en-US"/>
          </a:p>
        </p:txBody>
      </p:sp>
      <p:sp>
        <p:nvSpPr>
          <p:cNvPr id="76" name="자유형: 도형 75">
            <a:extLst>
              <a:ext uri="{FF2B5EF4-FFF2-40B4-BE49-F238E27FC236}">
                <a16:creationId xmlns:a16="http://schemas.microsoft.com/office/drawing/2014/main" id="{A04107DD-4A45-43BA-B6B2-AE2C29A2169A}"/>
              </a:ext>
            </a:extLst>
          </p:cNvPr>
          <p:cNvSpPr/>
          <p:nvPr userDrawn="1"/>
        </p:nvSpPr>
        <p:spPr>
          <a:xfrm>
            <a:off x="194733" y="349424"/>
            <a:ext cx="45719" cy="45719"/>
          </a:xfrm>
          <a:custGeom>
            <a:avLst/>
            <a:gdLst>
              <a:gd name="connsiteX0" fmla="*/ 23561 w 53325"/>
              <a:gd name="connsiteY0" fmla="*/ 7881 h 53325"/>
              <a:gd name="connsiteX1" fmla="*/ 7792 w 53325"/>
              <a:gd name="connsiteY1" fmla="*/ 23650 h 53325"/>
              <a:gd name="connsiteX2" fmla="*/ 34302 w 53325"/>
              <a:gd name="connsiteY2" fmla="*/ 50617 h 53325"/>
              <a:gd name="connsiteX3" fmla="*/ 50071 w 53325"/>
              <a:gd name="connsiteY3" fmla="*/ 34848 h 53325"/>
              <a:gd name="connsiteX4" fmla="*/ 23561 w 53325"/>
              <a:gd name="connsiteY4" fmla="*/ 7881 h 53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5" h="53325">
                <a:moveTo>
                  <a:pt x="23561" y="7881"/>
                </a:moveTo>
                <a:cubicBezTo>
                  <a:pt x="13505" y="-2327"/>
                  <a:pt x="-2264" y="13366"/>
                  <a:pt x="7792" y="23650"/>
                </a:cubicBezTo>
                <a:cubicBezTo>
                  <a:pt x="16628" y="32639"/>
                  <a:pt x="25465" y="41628"/>
                  <a:pt x="34302" y="50617"/>
                </a:cubicBezTo>
                <a:cubicBezTo>
                  <a:pt x="44357" y="60825"/>
                  <a:pt x="60126" y="45132"/>
                  <a:pt x="50071" y="34848"/>
                </a:cubicBezTo>
                <a:cubicBezTo>
                  <a:pt x="41234" y="25859"/>
                  <a:pt x="32397" y="16870"/>
                  <a:pt x="23561" y="7881"/>
                </a:cubicBezTo>
                <a:close/>
              </a:path>
            </a:pathLst>
          </a:custGeom>
          <a:solidFill>
            <a:srgbClr val="1DD6A1"/>
          </a:solidFill>
          <a:ln w="7614" cap="flat">
            <a:noFill/>
            <a:prstDash val="solid"/>
            <a:miter/>
          </a:ln>
        </p:spPr>
        <p:txBody>
          <a:bodyPr rtlCol="0" anchor="ctr"/>
          <a:lstStyle/>
          <a:p>
            <a:endParaRPr lang="ko-KR" altLang="en-US"/>
          </a:p>
        </p:txBody>
      </p:sp>
      <p:sp>
        <p:nvSpPr>
          <p:cNvPr id="77" name="자유형: 도형 76">
            <a:extLst>
              <a:ext uri="{FF2B5EF4-FFF2-40B4-BE49-F238E27FC236}">
                <a16:creationId xmlns:a16="http://schemas.microsoft.com/office/drawing/2014/main" id="{F096568C-C35E-4AD2-8F78-869770CE9926}"/>
              </a:ext>
            </a:extLst>
          </p:cNvPr>
          <p:cNvSpPr/>
          <p:nvPr userDrawn="1"/>
        </p:nvSpPr>
        <p:spPr>
          <a:xfrm>
            <a:off x="402531" y="701658"/>
            <a:ext cx="45719" cy="82295"/>
          </a:xfrm>
          <a:custGeom>
            <a:avLst/>
            <a:gdLst>
              <a:gd name="connsiteX0" fmla="*/ 26626 w 38089"/>
              <a:gd name="connsiteY0" fmla="*/ 58785 h 68560"/>
              <a:gd name="connsiteX1" fmla="*/ 39576 w 38089"/>
              <a:gd name="connsiteY1" fmla="*/ 18258 h 68560"/>
              <a:gd name="connsiteX2" fmla="*/ 18094 w 38089"/>
              <a:gd name="connsiteY2" fmla="*/ 12316 h 68560"/>
              <a:gd name="connsiteX3" fmla="*/ 5143 w 38089"/>
              <a:gd name="connsiteY3" fmla="*/ 52843 h 68560"/>
              <a:gd name="connsiteX4" fmla="*/ 26626 w 38089"/>
              <a:gd name="connsiteY4" fmla="*/ 58785 h 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89" h="68560">
                <a:moveTo>
                  <a:pt x="26626" y="58785"/>
                </a:moveTo>
                <a:cubicBezTo>
                  <a:pt x="30892" y="45301"/>
                  <a:pt x="35234" y="31741"/>
                  <a:pt x="39576" y="18258"/>
                </a:cubicBezTo>
                <a:cubicBezTo>
                  <a:pt x="43918" y="4546"/>
                  <a:pt x="22436" y="-1320"/>
                  <a:pt x="18094" y="12316"/>
                </a:cubicBezTo>
                <a:cubicBezTo>
                  <a:pt x="13751" y="25799"/>
                  <a:pt x="9485" y="39359"/>
                  <a:pt x="5143" y="52843"/>
                </a:cubicBezTo>
                <a:cubicBezTo>
                  <a:pt x="801" y="66555"/>
                  <a:pt x="22283" y="72421"/>
                  <a:pt x="26626" y="58785"/>
                </a:cubicBezTo>
                <a:close/>
              </a:path>
            </a:pathLst>
          </a:custGeom>
          <a:solidFill>
            <a:srgbClr val="1DD6A1"/>
          </a:solidFill>
          <a:ln w="7614" cap="flat">
            <a:noFill/>
            <a:prstDash val="solid"/>
            <a:miter/>
          </a:ln>
        </p:spPr>
        <p:txBody>
          <a:bodyPr rtlCol="0" anchor="ctr"/>
          <a:lstStyle/>
          <a:p>
            <a:endParaRPr lang="ko-KR" altLang="en-US"/>
          </a:p>
        </p:txBody>
      </p:sp>
      <p:sp>
        <p:nvSpPr>
          <p:cNvPr id="78" name="자유형: 도형 77">
            <a:extLst>
              <a:ext uri="{FF2B5EF4-FFF2-40B4-BE49-F238E27FC236}">
                <a16:creationId xmlns:a16="http://schemas.microsoft.com/office/drawing/2014/main" id="{ECFBB1A0-8EC4-47C2-860B-81081A224DC0}"/>
              </a:ext>
            </a:extLst>
          </p:cNvPr>
          <p:cNvSpPr/>
          <p:nvPr userDrawn="1"/>
        </p:nvSpPr>
        <p:spPr>
          <a:xfrm>
            <a:off x="1951994" y="419096"/>
            <a:ext cx="45719" cy="45719"/>
          </a:xfrm>
          <a:custGeom>
            <a:avLst/>
            <a:gdLst>
              <a:gd name="connsiteX0" fmla="*/ 34302 w 53325"/>
              <a:gd name="connsiteY0" fmla="*/ 7912 h 53325"/>
              <a:gd name="connsiteX1" fmla="*/ 7792 w 53325"/>
              <a:gd name="connsiteY1" fmla="*/ 34879 h 53325"/>
              <a:gd name="connsiteX2" fmla="*/ 23561 w 53325"/>
              <a:gd name="connsiteY2" fmla="*/ 50648 h 53325"/>
              <a:gd name="connsiteX3" fmla="*/ 50071 w 53325"/>
              <a:gd name="connsiteY3" fmla="*/ 23681 h 53325"/>
              <a:gd name="connsiteX4" fmla="*/ 34302 w 53325"/>
              <a:gd name="connsiteY4" fmla="*/ 7912 h 53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5" h="53325">
                <a:moveTo>
                  <a:pt x="34302" y="7912"/>
                </a:moveTo>
                <a:cubicBezTo>
                  <a:pt x="25465" y="16901"/>
                  <a:pt x="16628" y="25890"/>
                  <a:pt x="7792" y="34879"/>
                </a:cubicBezTo>
                <a:cubicBezTo>
                  <a:pt x="-2264" y="45087"/>
                  <a:pt x="13505" y="60856"/>
                  <a:pt x="23561" y="50648"/>
                </a:cubicBezTo>
                <a:cubicBezTo>
                  <a:pt x="32397" y="41659"/>
                  <a:pt x="41234" y="32670"/>
                  <a:pt x="50071" y="23681"/>
                </a:cubicBezTo>
                <a:cubicBezTo>
                  <a:pt x="60050" y="13397"/>
                  <a:pt x="44357" y="-2372"/>
                  <a:pt x="34302" y="7912"/>
                </a:cubicBezTo>
                <a:close/>
              </a:path>
            </a:pathLst>
          </a:custGeom>
          <a:solidFill>
            <a:srgbClr val="1DD6A1"/>
          </a:solidFill>
          <a:ln w="7614" cap="flat">
            <a:noFill/>
            <a:prstDash val="solid"/>
            <a:miter/>
          </a:ln>
        </p:spPr>
        <p:txBody>
          <a:bodyPr rtlCol="0" anchor="ctr"/>
          <a:lstStyle/>
          <a:p>
            <a:endParaRPr lang="ko-KR" altLang="en-US"/>
          </a:p>
        </p:txBody>
      </p:sp>
      <p:sp>
        <p:nvSpPr>
          <p:cNvPr id="79" name="자유형: 도형 78">
            <a:extLst>
              <a:ext uri="{FF2B5EF4-FFF2-40B4-BE49-F238E27FC236}">
                <a16:creationId xmlns:a16="http://schemas.microsoft.com/office/drawing/2014/main" id="{982E9D6D-F34A-4CC6-814E-B718E72F7398}"/>
              </a:ext>
            </a:extLst>
          </p:cNvPr>
          <p:cNvSpPr>
            <a:spLocks noChangeAspect="1"/>
          </p:cNvSpPr>
          <p:nvPr userDrawn="1"/>
        </p:nvSpPr>
        <p:spPr>
          <a:xfrm>
            <a:off x="528608" y="1538738"/>
            <a:ext cx="97200" cy="108000"/>
          </a:xfrm>
          <a:custGeom>
            <a:avLst/>
            <a:gdLst>
              <a:gd name="connsiteX0" fmla="*/ 186377 w 205682"/>
              <a:gd name="connsiteY0" fmla="*/ 116902 h 228535"/>
              <a:gd name="connsiteX1" fmla="*/ 137699 w 205682"/>
              <a:gd name="connsiteY1" fmla="*/ 113855 h 228535"/>
              <a:gd name="connsiteX2" fmla="*/ 142498 w 205682"/>
              <a:gd name="connsiteY2" fmla="*/ 19393 h 228535"/>
              <a:gd name="connsiteX3" fmla="*/ 111722 w 205682"/>
              <a:gd name="connsiteY3" fmla="*/ 19393 h 228535"/>
              <a:gd name="connsiteX4" fmla="*/ 106999 w 205682"/>
              <a:gd name="connsiteY4" fmla="*/ 112788 h 228535"/>
              <a:gd name="connsiteX5" fmla="*/ 19393 w 205682"/>
              <a:gd name="connsiteY5" fmla="*/ 114083 h 228535"/>
              <a:gd name="connsiteX6" fmla="*/ 19393 w 205682"/>
              <a:gd name="connsiteY6" fmla="*/ 144859 h 228535"/>
              <a:gd name="connsiteX7" fmla="*/ 105399 w 205682"/>
              <a:gd name="connsiteY7" fmla="*/ 143488 h 228535"/>
              <a:gd name="connsiteX8" fmla="*/ 101742 w 205682"/>
              <a:gd name="connsiteY8" fmla="*/ 214867 h 228535"/>
              <a:gd name="connsiteX9" fmla="*/ 132518 w 205682"/>
              <a:gd name="connsiteY9" fmla="*/ 214867 h 228535"/>
              <a:gd name="connsiteX10" fmla="*/ 136099 w 205682"/>
              <a:gd name="connsiteY10" fmla="*/ 144555 h 228535"/>
              <a:gd name="connsiteX11" fmla="*/ 186377 w 205682"/>
              <a:gd name="connsiteY11" fmla="*/ 147602 h 228535"/>
              <a:gd name="connsiteX12" fmla="*/ 186377 w 205682"/>
              <a:gd name="connsiteY12" fmla="*/ 116902 h 22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682" h="228535">
                <a:moveTo>
                  <a:pt x="186377" y="116902"/>
                </a:moveTo>
                <a:cubicBezTo>
                  <a:pt x="170151" y="115531"/>
                  <a:pt x="153925" y="114616"/>
                  <a:pt x="137699" y="113855"/>
                </a:cubicBezTo>
                <a:cubicBezTo>
                  <a:pt x="139298" y="82393"/>
                  <a:pt x="140898" y="50855"/>
                  <a:pt x="142498" y="19393"/>
                </a:cubicBezTo>
                <a:cubicBezTo>
                  <a:pt x="143488" y="-413"/>
                  <a:pt x="112712" y="-337"/>
                  <a:pt x="111722" y="19393"/>
                </a:cubicBezTo>
                <a:cubicBezTo>
                  <a:pt x="110122" y="50550"/>
                  <a:pt x="108522" y="81707"/>
                  <a:pt x="106999" y="112788"/>
                </a:cubicBezTo>
                <a:cubicBezTo>
                  <a:pt x="77822" y="112179"/>
                  <a:pt x="48646" y="112636"/>
                  <a:pt x="19393" y="114083"/>
                </a:cubicBezTo>
                <a:cubicBezTo>
                  <a:pt x="-337" y="115074"/>
                  <a:pt x="-413" y="145926"/>
                  <a:pt x="19393" y="144859"/>
                </a:cubicBezTo>
                <a:cubicBezTo>
                  <a:pt x="48113" y="143412"/>
                  <a:pt x="76756" y="142955"/>
                  <a:pt x="105399" y="143488"/>
                </a:cubicBezTo>
                <a:cubicBezTo>
                  <a:pt x="104180" y="167256"/>
                  <a:pt x="102961" y="191100"/>
                  <a:pt x="101742" y="214867"/>
                </a:cubicBezTo>
                <a:cubicBezTo>
                  <a:pt x="100752" y="234674"/>
                  <a:pt x="131528" y="234598"/>
                  <a:pt x="132518" y="214867"/>
                </a:cubicBezTo>
                <a:cubicBezTo>
                  <a:pt x="133737" y="191404"/>
                  <a:pt x="134880" y="167941"/>
                  <a:pt x="136099" y="144555"/>
                </a:cubicBezTo>
                <a:cubicBezTo>
                  <a:pt x="152858" y="145316"/>
                  <a:pt x="169617" y="146231"/>
                  <a:pt x="186377" y="147602"/>
                </a:cubicBezTo>
                <a:cubicBezTo>
                  <a:pt x="206107" y="149354"/>
                  <a:pt x="206031" y="118502"/>
                  <a:pt x="186377" y="116902"/>
                </a:cubicBezTo>
                <a:close/>
              </a:path>
            </a:pathLst>
          </a:custGeom>
          <a:solidFill>
            <a:srgbClr val="1DD6A1"/>
          </a:solidFill>
          <a:ln w="7614" cap="flat">
            <a:noFill/>
            <a:prstDash val="solid"/>
            <a:miter/>
          </a:ln>
        </p:spPr>
        <p:txBody>
          <a:bodyPr rtlCol="0" anchor="ctr"/>
          <a:lstStyle/>
          <a:p>
            <a:endParaRPr lang="ko-KR" altLang="en-US"/>
          </a:p>
        </p:txBody>
      </p:sp>
      <p:sp>
        <p:nvSpPr>
          <p:cNvPr id="84" name="자유형: 도형 83">
            <a:extLst>
              <a:ext uri="{FF2B5EF4-FFF2-40B4-BE49-F238E27FC236}">
                <a16:creationId xmlns:a16="http://schemas.microsoft.com/office/drawing/2014/main" id="{3F883D64-374A-44DD-907C-09342170E417}"/>
              </a:ext>
            </a:extLst>
          </p:cNvPr>
          <p:cNvSpPr/>
          <p:nvPr userDrawn="1"/>
        </p:nvSpPr>
        <p:spPr>
          <a:xfrm flipH="1" flipV="1">
            <a:off x="9579616" y="224964"/>
            <a:ext cx="45719" cy="45719"/>
          </a:xfrm>
          <a:custGeom>
            <a:avLst/>
            <a:gdLst>
              <a:gd name="connsiteX0" fmla="*/ 23561 w 53325"/>
              <a:gd name="connsiteY0" fmla="*/ 7881 h 53325"/>
              <a:gd name="connsiteX1" fmla="*/ 7792 w 53325"/>
              <a:gd name="connsiteY1" fmla="*/ 23650 h 53325"/>
              <a:gd name="connsiteX2" fmla="*/ 34302 w 53325"/>
              <a:gd name="connsiteY2" fmla="*/ 50617 h 53325"/>
              <a:gd name="connsiteX3" fmla="*/ 50071 w 53325"/>
              <a:gd name="connsiteY3" fmla="*/ 34848 h 53325"/>
              <a:gd name="connsiteX4" fmla="*/ 23561 w 53325"/>
              <a:gd name="connsiteY4" fmla="*/ 7881 h 53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5" h="53325">
                <a:moveTo>
                  <a:pt x="23561" y="7881"/>
                </a:moveTo>
                <a:cubicBezTo>
                  <a:pt x="13505" y="-2327"/>
                  <a:pt x="-2264" y="13366"/>
                  <a:pt x="7792" y="23650"/>
                </a:cubicBezTo>
                <a:cubicBezTo>
                  <a:pt x="16628" y="32639"/>
                  <a:pt x="25465" y="41628"/>
                  <a:pt x="34302" y="50617"/>
                </a:cubicBezTo>
                <a:cubicBezTo>
                  <a:pt x="44357" y="60825"/>
                  <a:pt x="60126" y="45132"/>
                  <a:pt x="50071" y="34848"/>
                </a:cubicBezTo>
                <a:cubicBezTo>
                  <a:pt x="41234" y="25859"/>
                  <a:pt x="32397" y="16870"/>
                  <a:pt x="23561" y="7881"/>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85" name="자유형: 도형 84">
            <a:extLst>
              <a:ext uri="{FF2B5EF4-FFF2-40B4-BE49-F238E27FC236}">
                <a16:creationId xmlns:a16="http://schemas.microsoft.com/office/drawing/2014/main" id="{29A33294-9138-4AA5-8D1E-513BF4514A54}"/>
              </a:ext>
            </a:extLst>
          </p:cNvPr>
          <p:cNvSpPr/>
          <p:nvPr userDrawn="1"/>
        </p:nvSpPr>
        <p:spPr>
          <a:xfrm flipH="1" flipV="1">
            <a:off x="11936632" y="1117544"/>
            <a:ext cx="45719" cy="68579"/>
          </a:xfrm>
          <a:custGeom>
            <a:avLst/>
            <a:gdLst>
              <a:gd name="connsiteX0" fmla="*/ 19258 w 45707"/>
              <a:gd name="connsiteY0" fmla="*/ 12228 h 68560"/>
              <a:gd name="connsiteX1" fmla="*/ 5241 w 45707"/>
              <a:gd name="connsiteY1" fmla="*/ 52374 h 68560"/>
              <a:gd name="connsiteX2" fmla="*/ 26723 w 45707"/>
              <a:gd name="connsiteY2" fmla="*/ 58316 h 68560"/>
              <a:gd name="connsiteX3" fmla="*/ 40740 w 45707"/>
              <a:gd name="connsiteY3" fmla="*/ 18170 h 68560"/>
              <a:gd name="connsiteX4" fmla="*/ 19258 w 45707"/>
              <a:gd name="connsiteY4" fmla="*/ 12228 h 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07" h="68560">
                <a:moveTo>
                  <a:pt x="19258" y="12228"/>
                </a:moveTo>
                <a:cubicBezTo>
                  <a:pt x="14611" y="25635"/>
                  <a:pt x="9888" y="38967"/>
                  <a:pt x="5241" y="52374"/>
                </a:cubicBezTo>
                <a:cubicBezTo>
                  <a:pt x="518" y="65934"/>
                  <a:pt x="22000" y="71724"/>
                  <a:pt x="26723" y="58316"/>
                </a:cubicBezTo>
                <a:cubicBezTo>
                  <a:pt x="31370" y="44909"/>
                  <a:pt x="36093" y="31577"/>
                  <a:pt x="40740" y="18170"/>
                </a:cubicBezTo>
                <a:cubicBezTo>
                  <a:pt x="45463" y="4534"/>
                  <a:pt x="23981" y="-1256"/>
                  <a:pt x="19258" y="12228"/>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80" name="자유형: 도형 79">
            <a:extLst>
              <a:ext uri="{FF2B5EF4-FFF2-40B4-BE49-F238E27FC236}">
                <a16:creationId xmlns:a16="http://schemas.microsoft.com/office/drawing/2014/main" id="{38021B42-63DD-4A18-A0F3-5E1EA7606620}"/>
              </a:ext>
            </a:extLst>
          </p:cNvPr>
          <p:cNvSpPr/>
          <p:nvPr userDrawn="1"/>
        </p:nvSpPr>
        <p:spPr>
          <a:xfrm>
            <a:off x="10228071" y="3647047"/>
            <a:ext cx="84451" cy="93835"/>
          </a:xfrm>
          <a:custGeom>
            <a:avLst/>
            <a:gdLst>
              <a:gd name="connsiteX0" fmla="*/ 186405 w 205682"/>
              <a:gd name="connsiteY0" fmla="*/ 116902 h 228535"/>
              <a:gd name="connsiteX1" fmla="*/ 137727 w 205682"/>
              <a:gd name="connsiteY1" fmla="*/ 113855 h 228535"/>
              <a:gd name="connsiteX2" fmla="*/ 142526 w 205682"/>
              <a:gd name="connsiteY2" fmla="*/ 19393 h 228535"/>
              <a:gd name="connsiteX3" fmla="*/ 111750 w 205682"/>
              <a:gd name="connsiteY3" fmla="*/ 19393 h 228535"/>
              <a:gd name="connsiteX4" fmla="*/ 107027 w 205682"/>
              <a:gd name="connsiteY4" fmla="*/ 112788 h 228535"/>
              <a:gd name="connsiteX5" fmla="*/ 19422 w 205682"/>
              <a:gd name="connsiteY5" fmla="*/ 114083 h 228535"/>
              <a:gd name="connsiteX6" fmla="*/ 19422 w 205682"/>
              <a:gd name="connsiteY6" fmla="*/ 144859 h 228535"/>
              <a:gd name="connsiteX7" fmla="*/ 105427 w 205682"/>
              <a:gd name="connsiteY7" fmla="*/ 143488 h 228535"/>
              <a:gd name="connsiteX8" fmla="*/ 101771 w 205682"/>
              <a:gd name="connsiteY8" fmla="*/ 214867 h 228535"/>
              <a:gd name="connsiteX9" fmla="*/ 132547 w 205682"/>
              <a:gd name="connsiteY9" fmla="*/ 214867 h 228535"/>
              <a:gd name="connsiteX10" fmla="*/ 136127 w 205682"/>
              <a:gd name="connsiteY10" fmla="*/ 144555 h 228535"/>
              <a:gd name="connsiteX11" fmla="*/ 186405 w 205682"/>
              <a:gd name="connsiteY11" fmla="*/ 147678 h 228535"/>
              <a:gd name="connsiteX12" fmla="*/ 186405 w 205682"/>
              <a:gd name="connsiteY12" fmla="*/ 116902 h 22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682" h="228535">
                <a:moveTo>
                  <a:pt x="186405" y="116902"/>
                </a:moveTo>
                <a:cubicBezTo>
                  <a:pt x="170179" y="115531"/>
                  <a:pt x="153953" y="114617"/>
                  <a:pt x="137727" y="113855"/>
                </a:cubicBezTo>
                <a:cubicBezTo>
                  <a:pt x="139327" y="82393"/>
                  <a:pt x="140927" y="50855"/>
                  <a:pt x="142526" y="19393"/>
                </a:cubicBezTo>
                <a:cubicBezTo>
                  <a:pt x="143517" y="-413"/>
                  <a:pt x="112741" y="-337"/>
                  <a:pt x="111750" y="19393"/>
                </a:cubicBezTo>
                <a:cubicBezTo>
                  <a:pt x="110151" y="50550"/>
                  <a:pt x="108551" y="81707"/>
                  <a:pt x="107027" y="112788"/>
                </a:cubicBezTo>
                <a:cubicBezTo>
                  <a:pt x="77851" y="112179"/>
                  <a:pt x="48674" y="112636"/>
                  <a:pt x="19422" y="114083"/>
                </a:cubicBezTo>
                <a:cubicBezTo>
                  <a:pt x="-308" y="115074"/>
                  <a:pt x="-461" y="145926"/>
                  <a:pt x="19422" y="144859"/>
                </a:cubicBezTo>
                <a:cubicBezTo>
                  <a:pt x="48141" y="143412"/>
                  <a:pt x="76784" y="142955"/>
                  <a:pt x="105427" y="143488"/>
                </a:cubicBezTo>
                <a:cubicBezTo>
                  <a:pt x="104209" y="167256"/>
                  <a:pt x="102990" y="191100"/>
                  <a:pt x="101771" y="214867"/>
                </a:cubicBezTo>
                <a:cubicBezTo>
                  <a:pt x="100781" y="234674"/>
                  <a:pt x="131557" y="234598"/>
                  <a:pt x="132547" y="214867"/>
                </a:cubicBezTo>
                <a:cubicBezTo>
                  <a:pt x="133766" y="191404"/>
                  <a:pt x="134909" y="167942"/>
                  <a:pt x="136127" y="144555"/>
                </a:cubicBezTo>
                <a:cubicBezTo>
                  <a:pt x="152887" y="145317"/>
                  <a:pt x="169646" y="146231"/>
                  <a:pt x="186405" y="147678"/>
                </a:cubicBezTo>
                <a:cubicBezTo>
                  <a:pt x="206136" y="149354"/>
                  <a:pt x="206059" y="118578"/>
                  <a:pt x="186405" y="116902"/>
                </a:cubicBezTo>
                <a:close/>
              </a:path>
            </a:pathLst>
          </a:custGeom>
          <a:solidFill>
            <a:srgbClr val="1DD6A1"/>
          </a:solidFill>
          <a:ln w="7614" cap="flat">
            <a:noFill/>
            <a:prstDash val="solid"/>
            <a:miter/>
          </a:ln>
        </p:spPr>
        <p:txBody>
          <a:bodyPr rtlCol="0" anchor="ctr"/>
          <a:lstStyle/>
          <a:p>
            <a:endParaRPr lang="ko-KR" altLang="en-US"/>
          </a:p>
        </p:txBody>
      </p:sp>
      <p:sp>
        <p:nvSpPr>
          <p:cNvPr id="82" name="자유형: 도형 81">
            <a:extLst>
              <a:ext uri="{FF2B5EF4-FFF2-40B4-BE49-F238E27FC236}">
                <a16:creationId xmlns:a16="http://schemas.microsoft.com/office/drawing/2014/main" id="{A27E43F3-6185-4A51-9875-D26BB21CBD9F}"/>
              </a:ext>
            </a:extLst>
          </p:cNvPr>
          <p:cNvSpPr/>
          <p:nvPr userDrawn="1"/>
        </p:nvSpPr>
        <p:spPr>
          <a:xfrm flipH="1" flipV="1">
            <a:off x="8367582" y="6082311"/>
            <a:ext cx="134576" cy="152129"/>
          </a:xfrm>
          <a:custGeom>
            <a:avLst/>
            <a:gdLst>
              <a:gd name="connsiteX0" fmla="*/ 164599 w 175210"/>
              <a:gd name="connsiteY0" fmla="*/ 81631 h 198064"/>
              <a:gd name="connsiteX1" fmla="*/ 103504 w 175210"/>
              <a:gd name="connsiteY1" fmla="*/ 71118 h 198064"/>
              <a:gd name="connsiteX2" fmla="*/ 106855 w 175210"/>
              <a:gd name="connsiteY2" fmla="*/ 15280 h 198064"/>
              <a:gd name="connsiteX3" fmla="*/ 84612 w 175210"/>
              <a:gd name="connsiteY3" fmla="*/ 15280 h 198064"/>
              <a:gd name="connsiteX4" fmla="*/ 81412 w 175210"/>
              <a:gd name="connsiteY4" fmla="*/ 69671 h 198064"/>
              <a:gd name="connsiteX5" fmla="*/ 15137 w 175210"/>
              <a:gd name="connsiteY5" fmla="*/ 72414 h 198064"/>
              <a:gd name="connsiteX6" fmla="*/ 15137 w 175210"/>
              <a:gd name="connsiteY6" fmla="*/ 94658 h 198064"/>
              <a:gd name="connsiteX7" fmla="*/ 80118 w 175210"/>
              <a:gd name="connsiteY7" fmla="*/ 91915 h 198064"/>
              <a:gd name="connsiteX8" fmla="*/ 74328 w 175210"/>
              <a:gd name="connsiteY8" fmla="*/ 189805 h 198064"/>
              <a:gd name="connsiteX9" fmla="*/ 96571 w 175210"/>
              <a:gd name="connsiteY9" fmla="*/ 189805 h 198064"/>
              <a:gd name="connsiteX10" fmla="*/ 102285 w 175210"/>
              <a:gd name="connsiteY10" fmla="*/ 93363 h 198064"/>
              <a:gd name="connsiteX11" fmla="*/ 158810 w 175210"/>
              <a:gd name="connsiteY11" fmla="*/ 103113 h 198064"/>
              <a:gd name="connsiteX12" fmla="*/ 164599 w 175210"/>
              <a:gd name="connsiteY12" fmla="*/ 81631 h 198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0" h="198064">
                <a:moveTo>
                  <a:pt x="164599" y="81631"/>
                </a:moveTo>
                <a:cubicBezTo>
                  <a:pt x="144259" y="76527"/>
                  <a:pt x="123920" y="73099"/>
                  <a:pt x="103504" y="71118"/>
                </a:cubicBezTo>
                <a:cubicBezTo>
                  <a:pt x="104647" y="52531"/>
                  <a:pt x="105713" y="33867"/>
                  <a:pt x="106855" y="15280"/>
                </a:cubicBezTo>
                <a:cubicBezTo>
                  <a:pt x="107694" y="958"/>
                  <a:pt x="85450" y="1034"/>
                  <a:pt x="84612" y="15280"/>
                </a:cubicBezTo>
                <a:cubicBezTo>
                  <a:pt x="83545" y="33410"/>
                  <a:pt x="82479" y="51541"/>
                  <a:pt x="81412" y="69671"/>
                </a:cubicBezTo>
                <a:cubicBezTo>
                  <a:pt x="59473" y="68757"/>
                  <a:pt x="37381" y="69595"/>
                  <a:pt x="15137" y="72414"/>
                </a:cubicBezTo>
                <a:cubicBezTo>
                  <a:pt x="1120" y="74166"/>
                  <a:pt x="968" y="96486"/>
                  <a:pt x="15137" y="94658"/>
                </a:cubicBezTo>
                <a:cubicBezTo>
                  <a:pt x="37000" y="91915"/>
                  <a:pt x="58558" y="91001"/>
                  <a:pt x="80118" y="91915"/>
                </a:cubicBezTo>
                <a:cubicBezTo>
                  <a:pt x="78213" y="124520"/>
                  <a:pt x="76232" y="157200"/>
                  <a:pt x="74328" y="189805"/>
                </a:cubicBezTo>
                <a:cubicBezTo>
                  <a:pt x="73489" y="204126"/>
                  <a:pt x="95734" y="204050"/>
                  <a:pt x="96571" y="189805"/>
                </a:cubicBezTo>
                <a:cubicBezTo>
                  <a:pt x="98476" y="157657"/>
                  <a:pt x="100380" y="125510"/>
                  <a:pt x="102285" y="93363"/>
                </a:cubicBezTo>
                <a:cubicBezTo>
                  <a:pt x="121177" y="95191"/>
                  <a:pt x="139994" y="98390"/>
                  <a:pt x="158810" y="103113"/>
                </a:cubicBezTo>
                <a:cubicBezTo>
                  <a:pt x="172598" y="106618"/>
                  <a:pt x="178540" y="85135"/>
                  <a:pt x="164599" y="81631"/>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83" name="자유형: 도형 82">
            <a:extLst>
              <a:ext uri="{FF2B5EF4-FFF2-40B4-BE49-F238E27FC236}">
                <a16:creationId xmlns:a16="http://schemas.microsoft.com/office/drawing/2014/main" id="{B3DCC32C-03B7-4DD5-9354-F1C6952A3A67}"/>
              </a:ext>
            </a:extLst>
          </p:cNvPr>
          <p:cNvSpPr/>
          <p:nvPr userDrawn="1"/>
        </p:nvSpPr>
        <p:spPr>
          <a:xfrm flipH="1" flipV="1">
            <a:off x="8825871" y="4526362"/>
            <a:ext cx="103218" cy="84451"/>
          </a:xfrm>
          <a:custGeom>
            <a:avLst/>
            <a:gdLst>
              <a:gd name="connsiteX0" fmla="*/ 241235 w 251389"/>
              <a:gd name="connsiteY0" fmla="*/ 100935 h 205682"/>
              <a:gd name="connsiteX1" fmla="*/ 160866 w 251389"/>
              <a:gd name="connsiteY1" fmla="*/ 97735 h 205682"/>
              <a:gd name="connsiteX2" fmla="*/ 150277 w 251389"/>
              <a:gd name="connsiteY2" fmla="*/ 12568 h 205682"/>
              <a:gd name="connsiteX3" fmla="*/ 128795 w 251389"/>
              <a:gd name="connsiteY3" fmla="*/ 18510 h 205682"/>
              <a:gd name="connsiteX4" fmla="*/ 138623 w 251389"/>
              <a:gd name="connsiteY4" fmla="*/ 97964 h 205682"/>
              <a:gd name="connsiteX5" fmla="*/ 15137 w 251389"/>
              <a:gd name="connsiteY5" fmla="*/ 106801 h 205682"/>
              <a:gd name="connsiteX6" fmla="*/ 15137 w 251389"/>
              <a:gd name="connsiteY6" fmla="*/ 129045 h 205682"/>
              <a:gd name="connsiteX7" fmla="*/ 139384 w 251389"/>
              <a:gd name="connsiteY7" fmla="*/ 120208 h 205682"/>
              <a:gd name="connsiteX8" fmla="*/ 136185 w 251389"/>
              <a:gd name="connsiteY8" fmla="*/ 191511 h 205682"/>
              <a:gd name="connsiteX9" fmla="*/ 158429 w 251389"/>
              <a:gd name="connsiteY9" fmla="*/ 191511 h 205682"/>
              <a:gd name="connsiteX10" fmla="*/ 161553 w 251389"/>
              <a:gd name="connsiteY10" fmla="*/ 120056 h 205682"/>
              <a:gd name="connsiteX11" fmla="*/ 241083 w 251389"/>
              <a:gd name="connsiteY11" fmla="*/ 123255 h 205682"/>
              <a:gd name="connsiteX12" fmla="*/ 241235 w 251389"/>
              <a:gd name="connsiteY12" fmla="*/ 100935 h 20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389" h="205682">
                <a:moveTo>
                  <a:pt x="241235" y="100935"/>
                </a:moveTo>
                <a:cubicBezTo>
                  <a:pt x="214420" y="98878"/>
                  <a:pt x="187605" y="97888"/>
                  <a:pt x="160866" y="97735"/>
                </a:cubicBezTo>
                <a:cubicBezTo>
                  <a:pt x="159343" y="69321"/>
                  <a:pt x="155839" y="40906"/>
                  <a:pt x="150277" y="12568"/>
                </a:cubicBezTo>
                <a:cubicBezTo>
                  <a:pt x="147535" y="-1449"/>
                  <a:pt x="126053" y="4493"/>
                  <a:pt x="128795" y="18510"/>
                </a:cubicBezTo>
                <a:cubicBezTo>
                  <a:pt x="133976" y="45020"/>
                  <a:pt x="137175" y="71454"/>
                  <a:pt x="138623" y="97964"/>
                </a:cubicBezTo>
                <a:cubicBezTo>
                  <a:pt x="97410" y="98649"/>
                  <a:pt x="56350" y="101544"/>
                  <a:pt x="15137" y="106801"/>
                </a:cubicBezTo>
                <a:cubicBezTo>
                  <a:pt x="1120" y="108629"/>
                  <a:pt x="968" y="130873"/>
                  <a:pt x="15137" y="129045"/>
                </a:cubicBezTo>
                <a:cubicBezTo>
                  <a:pt x="56578" y="123712"/>
                  <a:pt x="97943" y="120817"/>
                  <a:pt x="139384" y="120208"/>
                </a:cubicBezTo>
                <a:cubicBezTo>
                  <a:pt x="139766" y="143900"/>
                  <a:pt x="138699" y="167591"/>
                  <a:pt x="136185" y="191511"/>
                </a:cubicBezTo>
                <a:cubicBezTo>
                  <a:pt x="134661" y="205757"/>
                  <a:pt x="156981" y="205680"/>
                  <a:pt x="158429" y="191511"/>
                </a:cubicBezTo>
                <a:cubicBezTo>
                  <a:pt x="160943" y="167591"/>
                  <a:pt x="161933" y="143747"/>
                  <a:pt x="161553" y="120056"/>
                </a:cubicBezTo>
                <a:cubicBezTo>
                  <a:pt x="188063" y="120208"/>
                  <a:pt x="214573" y="121198"/>
                  <a:pt x="241083" y="123255"/>
                </a:cubicBezTo>
                <a:cubicBezTo>
                  <a:pt x="255557" y="124322"/>
                  <a:pt x="255480" y="102077"/>
                  <a:pt x="241235" y="100935"/>
                </a:cubicBezTo>
                <a:close/>
              </a:path>
            </a:pathLst>
          </a:custGeom>
          <a:solidFill>
            <a:srgbClr val="1DD6A1"/>
          </a:solidFill>
          <a:ln w="7614" cap="flat">
            <a:noFill/>
            <a:prstDash val="solid"/>
            <a:miter/>
          </a:ln>
        </p:spPr>
        <p:txBody>
          <a:bodyPr rtlCol="0" anchor="ctr"/>
          <a:lstStyle/>
          <a:p>
            <a:endParaRPr lang="ko-KR" altLang="en-US"/>
          </a:p>
        </p:txBody>
      </p:sp>
      <p:sp>
        <p:nvSpPr>
          <p:cNvPr id="86" name="자유형: 도형 85">
            <a:extLst>
              <a:ext uri="{FF2B5EF4-FFF2-40B4-BE49-F238E27FC236}">
                <a16:creationId xmlns:a16="http://schemas.microsoft.com/office/drawing/2014/main" id="{D47B2315-CF6A-4C62-A561-2BB032DF892A}"/>
              </a:ext>
            </a:extLst>
          </p:cNvPr>
          <p:cNvSpPr/>
          <p:nvPr userDrawn="1"/>
        </p:nvSpPr>
        <p:spPr>
          <a:xfrm flipH="1" flipV="1">
            <a:off x="3704856" y="6477441"/>
            <a:ext cx="45719" cy="57149"/>
          </a:xfrm>
          <a:custGeom>
            <a:avLst/>
            <a:gdLst>
              <a:gd name="connsiteX0" fmla="*/ 4567 w 30471"/>
              <a:gd name="connsiteY0" fmla="*/ 15308 h 38089"/>
              <a:gd name="connsiteX1" fmla="*/ 4567 w 30471"/>
              <a:gd name="connsiteY1" fmla="*/ 23688 h 38089"/>
              <a:gd name="connsiteX2" fmla="*/ 26811 w 30471"/>
              <a:gd name="connsiteY2" fmla="*/ 23688 h 38089"/>
              <a:gd name="connsiteX3" fmla="*/ 26811 w 30471"/>
              <a:gd name="connsiteY3" fmla="*/ 15308 h 38089"/>
              <a:gd name="connsiteX4" fmla="*/ 4567 w 30471"/>
              <a:gd name="connsiteY4" fmla="*/ 15308 h 38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1" h="38089">
                <a:moveTo>
                  <a:pt x="4567" y="15308"/>
                </a:moveTo>
                <a:cubicBezTo>
                  <a:pt x="4567" y="18127"/>
                  <a:pt x="4567" y="20869"/>
                  <a:pt x="4567" y="23688"/>
                </a:cubicBezTo>
                <a:cubicBezTo>
                  <a:pt x="4567" y="38009"/>
                  <a:pt x="26811" y="38009"/>
                  <a:pt x="26811" y="23688"/>
                </a:cubicBezTo>
                <a:cubicBezTo>
                  <a:pt x="26811" y="20869"/>
                  <a:pt x="26811" y="18127"/>
                  <a:pt x="26811" y="15308"/>
                </a:cubicBezTo>
                <a:cubicBezTo>
                  <a:pt x="26887" y="987"/>
                  <a:pt x="4567" y="987"/>
                  <a:pt x="4567" y="15308"/>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73" name="자유형: 도형 72">
            <a:extLst>
              <a:ext uri="{FF2B5EF4-FFF2-40B4-BE49-F238E27FC236}">
                <a16:creationId xmlns:a16="http://schemas.microsoft.com/office/drawing/2014/main" id="{7F1ACA88-570F-4F3F-93A3-8CC82BCBD8F2}"/>
              </a:ext>
            </a:extLst>
          </p:cNvPr>
          <p:cNvSpPr/>
          <p:nvPr userDrawn="1"/>
        </p:nvSpPr>
        <p:spPr>
          <a:xfrm>
            <a:off x="8389151" y="5215074"/>
            <a:ext cx="45719" cy="68579"/>
          </a:xfrm>
          <a:custGeom>
            <a:avLst/>
            <a:gdLst>
              <a:gd name="connsiteX0" fmla="*/ 19258 w 45707"/>
              <a:gd name="connsiteY0" fmla="*/ 12228 h 68560"/>
              <a:gd name="connsiteX1" fmla="*/ 5241 w 45707"/>
              <a:gd name="connsiteY1" fmla="*/ 52374 h 68560"/>
              <a:gd name="connsiteX2" fmla="*/ 26723 w 45707"/>
              <a:gd name="connsiteY2" fmla="*/ 58316 h 68560"/>
              <a:gd name="connsiteX3" fmla="*/ 40740 w 45707"/>
              <a:gd name="connsiteY3" fmla="*/ 18170 h 68560"/>
              <a:gd name="connsiteX4" fmla="*/ 19258 w 45707"/>
              <a:gd name="connsiteY4" fmla="*/ 12228 h 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07" h="68560">
                <a:moveTo>
                  <a:pt x="19258" y="12228"/>
                </a:moveTo>
                <a:cubicBezTo>
                  <a:pt x="14611" y="25635"/>
                  <a:pt x="9888" y="38967"/>
                  <a:pt x="5241" y="52374"/>
                </a:cubicBezTo>
                <a:cubicBezTo>
                  <a:pt x="518" y="65934"/>
                  <a:pt x="22000" y="71724"/>
                  <a:pt x="26723" y="58316"/>
                </a:cubicBezTo>
                <a:cubicBezTo>
                  <a:pt x="31370" y="44909"/>
                  <a:pt x="36093" y="31577"/>
                  <a:pt x="40740" y="18170"/>
                </a:cubicBezTo>
                <a:cubicBezTo>
                  <a:pt x="45463" y="4534"/>
                  <a:pt x="23981" y="-1256"/>
                  <a:pt x="19258" y="12228"/>
                </a:cubicBezTo>
                <a:close/>
              </a:path>
            </a:pathLst>
          </a:custGeom>
          <a:solidFill>
            <a:srgbClr val="1DD6A1"/>
          </a:solidFill>
          <a:ln w="7614" cap="flat">
            <a:noFill/>
            <a:prstDash val="solid"/>
            <a:miter/>
          </a:ln>
        </p:spPr>
        <p:txBody>
          <a:bodyPr rtlCol="0" anchor="ctr"/>
          <a:lstStyle/>
          <a:p>
            <a:endParaRPr lang="ko-KR" altLang="en-US"/>
          </a:p>
        </p:txBody>
      </p:sp>
      <p:sp>
        <p:nvSpPr>
          <p:cNvPr id="74" name="자유형: 도형 73">
            <a:extLst>
              <a:ext uri="{FF2B5EF4-FFF2-40B4-BE49-F238E27FC236}">
                <a16:creationId xmlns:a16="http://schemas.microsoft.com/office/drawing/2014/main" id="{BD705D7E-F35B-4D22-BC5B-AE4F8FCBB43A}"/>
              </a:ext>
            </a:extLst>
          </p:cNvPr>
          <p:cNvSpPr/>
          <p:nvPr userDrawn="1"/>
        </p:nvSpPr>
        <p:spPr>
          <a:xfrm>
            <a:off x="8786817" y="4073485"/>
            <a:ext cx="45719" cy="57149"/>
          </a:xfrm>
          <a:custGeom>
            <a:avLst/>
            <a:gdLst>
              <a:gd name="connsiteX0" fmla="*/ 4567 w 30471"/>
              <a:gd name="connsiteY0" fmla="*/ 15308 h 38089"/>
              <a:gd name="connsiteX1" fmla="*/ 4567 w 30471"/>
              <a:gd name="connsiteY1" fmla="*/ 23688 h 38089"/>
              <a:gd name="connsiteX2" fmla="*/ 26811 w 30471"/>
              <a:gd name="connsiteY2" fmla="*/ 23688 h 38089"/>
              <a:gd name="connsiteX3" fmla="*/ 26811 w 30471"/>
              <a:gd name="connsiteY3" fmla="*/ 15308 h 38089"/>
              <a:gd name="connsiteX4" fmla="*/ 4567 w 30471"/>
              <a:gd name="connsiteY4" fmla="*/ 15308 h 38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1" h="38089">
                <a:moveTo>
                  <a:pt x="4567" y="15308"/>
                </a:moveTo>
                <a:cubicBezTo>
                  <a:pt x="4567" y="18127"/>
                  <a:pt x="4567" y="20869"/>
                  <a:pt x="4567" y="23688"/>
                </a:cubicBezTo>
                <a:cubicBezTo>
                  <a:pt x="4567" y="38009"/>
                  <a:pt x="26811" y="38009"/>
                  <a:pt x="26811" y="23688"/>
                </a:cubicBezTo>
                <a:cubicBezTo>
                  <a:pt x="26811" y="20869"/>
                  <a:pt x="26811" y="18127"/>
                  <a:pt x="26811" y="15308"/>
                </a:cubicBezTo>
                <a:cubicBezTo>
                  <a:pt x="26887" y="987"/>
                  <a:pt x="4567" y="987"/>
                  <a:pt x="4567" y="15308"/>
                </a:cubicBezTo>
                <a:close/>
              </a:path>
            </a:pathLst>
          </a:custGeom>
          <a:solidFill>
            <a:srgbClr val="1DD6A1"/>
          </a:solidFill>
          <a:ln w="7614" cap="flat">
            <a:noFill/>
            <a:prstDash val="solid"/>
            <a:miter/>
          </a:ln>
        </p:spPr>
        <p:txBody>
          <a:bodyPr rtlCol="0" anchor="ctr"/>
          <a:lstStyle/>
          <a:p>
            <a:endParaRPr lang="ko-KR" altLang="en-US"/>
          </a:p>
        </p:txBody>
      </p:sp>
      <p:sp>
        <p:nvSpPr>
          <p:cNvPr id="81" name="자유형: 도형 80">
            <a:extLst>
              <a:ext uri="{FF2B5EF4-FFF2-40B4-BE49-F238E27FC236}">
                <a16:creationId xmlns:a16="http://schemas.microsoft.com/office/drawing/2014/main" id="{408178E8-5CBE-477A-AE1F-FA13DD75F0A2}"/>
              </a:ext>
            </a:extLst>
          </p:cNvPr>
          <p:cNvSpPr>
            <a:spLocks noChangeAspect="1"/>
          </p:cNvSpPr>
          <p:nvPr userDrawn="1"/>
        </p:nvSpPr>
        <p:spPr>
          <a:xfrm flipH="1" flipV="1">
            <a:off x="3608856" y="5462877"/>
            <a:ext cx="96000" cy="108000"/>
          </a:xfrm>
          <a:custGeom>
            <a:avLst/>
            <a:gdLst>
              <a:gd name="connsiteX0" fmla="*/ 231693 w 243771"/>
              <a:gd name="connsiteY0" fmla="*/ 124396 h 274242"/>
              <a:gd name="connsiteX1" fmla="*/ 135937 w 243771"/>
              <a:gd name="connsiteY1" fmla="*/ 122568 h 274242"/>
              <a:gd name="connsiteX2" fmla="*/ 135937 w 243771"/>
              <a:gd name="connsiteY2" fmla="*/ 18508 h 274242"/>
              <a:gd name="connsiteX3" fmla="*/ 107065 w 243771"/>
              <a:gd name="connsiteY3" fmla="*/ 18508 h 274242"/>
              <a:gd name="connsiteX4" fmla="*/ 107065 w 243771"/>
              <a:gd name="connsiteY4" fmla="*/ 123177 h 274242"/>
              <a:gd name="connsiteX5" fmla="*/ 18393 w 243771"/>
              <a:gd name="connsiteY5" fmla="*/ 128281 h 274242"/>
              <a:gd name="connsiteX6" fmla="*/ 18393 w 243771"/>
              <a:gd name="connsiteY6" fmla="*/ 157153 h 274242"/>
              <a:gd name="connsiteX7" fmla="*/ 107065 w 243771"/>
              <a:gd name="connsiteY7" fmla="*/ 152049 h 274242"/>
              <a:gd name="connsiteX8" fmla="*/ 107065 w 243771"/>
              <a:gd name="connsiteY8" fmla="*/ 257556 h 274242"/>
              <a:gd name="connsiteX9" fmla="*/ 135937 w 243771"/>
              <a:gd name="connsiteY9" fmla="*/ 257556 h 274242"/>
              <a:gd name="connsiteX10" fmla="*/ 135937 w 243771"/>
              <a:gd name="connsiteY10" fmla="*/ 151439 h 274242"/>
              <a:gd name="connsiteX11" fmla="*/ 231693 w 243771"/>
              <a:gd name="connsiteY11" fmla="*/ 153268 h 274242"/>
              <a:gd name="connsiteX12" fmla="*/ 231693 w 243771"/>
              <a:gd name="connsiteY12" fmla="*/ 124396 h 274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771" h="274242">
                <a:moveTo>
                  <a:pt x="231693" y="124396"/>
                </a:moveTo>
                <a:cubicBezTo>
                  <a:pt x="199698" y="122796"/>
                  <a:pt x="167856" y="122187"/>
                  <a:pt x="135937" y="122568"/>
                </a:cubicBezTo>
                <a:cubicBezTo>
                  <a:pt x="135937" y="87906"/>
                  <a:pt x="135937" y="53169"/>
                  <a:pt x="135937" y="18508"/>
                </a:cubicBezTo>
                <a:cubicBezTo>
                  <a:pt x="135937" y="-80"/>
                  <a:pt x="107065" y="-80"/>
                  <a:pt x="107065" y="18508"/>
                </a:cubicBezTo>
                <a:cubicBezTo>
                  <a:pt x="107065" y="53397"/>
                  <a:pt x="107065" y="88287"/>
                  <a:pt x="107065" y="123177"/>
                </a:cubicBezTo>
                <a:cubicBezTo>
                  <a:pt x="77508" y="124091"/>
                  <a:pt x="47951" y="125767"/>
                  <a:pt x="18393" y="128281"/>
                </a:cubicBezTo>
                <a:cubicBezTo>
                  <a:pt x="34" y="129881"/>
                  <a:pt x="-118" y="158752"/>
                  <a:pt x="18393" y="157153"/>
                </a:cubicBezTo>
                <a:cubicBezTo>
                  <a:pt x="47951" y="154563"/>
                  <a:pt x="77508" y="152887"/>
                  <a:pt x="107065" y="152049"/>
                </a:cubicBezTo>
                <a:cubicBezTo>
                  <a:pt x="107065" y="187243"/>
                  <a:pt x="107065" y="222438"/>
                  <a:pt x="107065" y="257556"/>
                </a:cubicBezTo>
                <a:cubicBezTo>
                  <a:pt x="107065" y="276144"/>
                  <a:pt x="135937" y="276144"/>
                  <a:pt x="135937" y="257556"/>
                </a:cubicBezTo>
                <a:cubicBezTo>
                  <a:pt x="135937" y="222209"/>
                  <a:pt x="135937" y="186786"/>
                  <a:pt x="135937" y="151439"/>
                </a:cubicBezTo>
                <a:cubicBezTo>
                  <a:pt x="167856" y="151058"/>
                  <a:pt x="199698" y="151668"/>
                  <a:pt x="231693" y="153268"/>
                </a:cubicBezTo>
                <a:cubicBezTo>
                  <a:pt x="250281" y="154182"/>
                  <a:pt x="250205" y="125310"/>
                  <a:pt x="231693" y="124396"/>
                </a:cubicBezTo>
                <a:close/>
              </a:path>
            </a:pathLst>
          </a:custGeom>
          <a:solidFill>
            <a:srgbClr val="1DD6A1"/>
          </a:solidFill>
          <a:ln w="7614" cap="flat">
            <a:noFill/>
            <a:prstDash val="solid"/>
            <a:miter/>
          </a:ln>
        </p:spPr>
        <p:txBody>
          <a:bodyPr rtlCol="0" anchor="ctr"/>
          <a:lstStyle/>
          <a:p>
            <a:endParaRPr lang="ko-KR" altLang="en-US"/>
          </a:p>
        </p:txBody>
      </p:sp>
      <p:sp>
        <p:nvSpPr>
          <p:cNvPr id="87" name="자유형: 도형 86">
            <a:extLst>
              <a:ext uri="{FF2B5EF4-FFF2-40B4-BE49-F238E27FC236}">
                <a16:creationId xmlns:a16="http://schemas.microsoft.com/office/drawing/2014/main" id="{71187BF2-5C66-4F3C-BAA2-1E4620CEBA90}"/>
              </a:ext>
            </a:extLst>
          </p:cNvPr>
          <p:cNvSpPr/>
          <p:nvPr userDrawn="1"/>
        </p:nvSpPr>
        <p:spPr>
          <a:xfrm flipH="1" flipV="1">
            <a:off x="3090198" y="5327567"/>
            <a:ext cx="45719" cy="45719"/>
          </a:xfrm>
          <a:custGeom>
            <a:avLst/>
            <a:gdLst>
              <a:gd name="connsiteX0" fmla="*/ 34302 w 53325"/>
              <a:gd name="connsiteY0" fmla="*/ 7912 h 53325"/>
              <a:gd name="connsiteX1" fmla="*/ 7792 w 53325"/>
              <a:gd name="connsiteY1" fmla="*/ 34879 h 53325"/>
              <a:gd name="connsiteX2" fmla="*/ 23561 w 53325"/>
              <a:gd name="connsiteY2" fmla="*/ 50648 h 53325"/>
              <a:gd name="connsiteX3" fmla="*/ 50071 w 53325"/>
              <a:gd name="connsiteY3" fmla="*/ 23681 h 53325"/>
              <a:gd name="connsiteX4" fmla="*/ 34302 w 53325"/>
              <a:gd name="connsiteY4" fmla="*/ 7912 h 53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5" h="53325">
                <a:moveTo>
                  <a:pt x="34302" y="7912"/>
                </a:moveTo>
                <a:cubicBezTo>
                  <a:pt x="25465" y="16901"/>
                  <a:pt x="16628" y="25890"/>
                  <a:pt x="7792" y="34879"/>
                </a:cubicBezTo>
                <a:cubicBezTo>
                  <a:pt x="-2264" y="45087"/>
                  <a:pt x="13505" y="60856"/>
                  <a:pt x="23561" y="50648"/>
                </a:cubicBezTo>
                <a:cubicBezTo>
                  <a:pt x="32397" y="41659"/>
                  <a:pt x="41234" y="32670"/>
                  <a:pt x="50071" y="23681"/>
                </a:cubicBezTo>
                <a:cubicBezTo>
                  <a:pt x="60050" y="13397"/>
                  <a:pt x="44357" y="-2372"/>
                  <a:pt x="34302" y="7912"/>
                </a:cubicBezTo>
                <a:close/>
              </a:path>
            </a:pathLst>
          </a:custGeom>
          <a:solidFill>
            <a:srgbClr val="1DD6A1"/>
          </a:solidFill>
          <a:ln w="7614" cap="flat">
            <a:noFill/>
            <a:prstDash val="solid"/>
            <a:miter/>
          </a:ln>
        </p:spPr>
        <p:txBody>
          <a:bodyPr rtlCol="0" anchor="ctr"/>
          <a:lstStyle/>
          <a:p>
            <a:endParaRPr lang="ko-KR" altLang="en-US"/>
          </a:p>
        </p:txBody>
      </p:sp>
      <p:sp>
        <p:nvSpPr>
          <p:cNvPr id="88" name="자유형: 도형 87">
            <a:extLst>
              <a:ext uri="{FF2B5EF4-FFF2-40B4-BE49-F238E27FC236}">
                <a16:creationId xmlns:a16="http://schemas.microsoft.com/office/drawing/2014/main" id="{9DC2F12A-DB9F-49D8-A09F-1FD7C60842A7}"/>
              </a:ext>
            </a:extLst>
          </p:cNvPr>
          <p:cNvSpPr>
            <a:spLocks noChangeAspect="1"/>
          </p:cNvSpPr>
          <p:nvPr userDrawn="1"/>
        </p:nvSpPr>
        <p:spPr>
          <a:xfrm flipH="1" flipV="1">
            <a:off x="11423297" y="3575047"/>
            <a:ext cx="129600" cy="144000"/>
          </a:xfrm>
          <a:custGeom>
            <a:avLst/>
            <a:gdLst>
              <a:gd name="connsiteX0" fmla="*/ 186377 w 205682"/>
              <a:gd name="connsiteY0" fmla="*/ 116902 h 228535"/>
              <a:gd name="connsiteX1" fmla="*/ 137699 w 205682"/>
              <a:gd name="connsiteY1" fmla="*/ 113855 h 228535"/>
              <a:gd name="connsiteX2" fmla="*/ 142498 w 205682"/>
              <a:gd name="connsiteY2" fmla="*/ 19393 h 228535"/>
              <a:gd name="connsiteX3" fmla="*/ 111722 w 205682"/>
              <a:gd name="connsiteY3" fmla="*/ 19393 h 228535"/>
              <a:gd name="connsiteX4" fmla="*/ 106999 w 205682"/>
              <a:gd name="connsiteY4" fmla="*/ 112788 h 228535"/>
              <a:gd name="connsiteX5" fmla="*/ 19393 w 205682"/>
              <a:gd name="connsiteY5" fmla="*/ 114083 h 228535"/>
              <a:gd name="connsiteX6" fmla="*/ 19393 w 205682"/>
              <a:gd name="connsiteY6" fmla="*/ 144859 h 228535"/>
              <a:gd name="connsiteX7" fmla="*/ 105399 w 205682"/>
              <a:gd name="connsiteY7" fmla="*/ 143488 h 228535"/>
              <a:gd name="connsiteX8" fmla="*/ 101742 w 205682"/>
              <a:gd name="connsiteY8" fmla="*/ 214867 h 228535"/>
              <a:gd name="connsiteX9" fmla="*/ 132518 w 205682"/>
              <a:gd name="connsiteY9" fmla="*/ 214867 h 228535"/>
              <a:gd name="connsiteX10" fmla="*/ 136099 w 205682"/>
              <a:gd name="connsiteY10" fmla="*/ 144555 h 228535"/>
              <a:gd name="connsiteX11" fmla="*/ 186377 w 205682"/>
              <a:gd name="connsiteY11" fmla="*/ 147602 h 228535"/>
              <a:gd name="connsiteX12" fmla="*/ 186377 w 205682"/>
              <a:gd name="connsiteY12" fmla="*/ 116902 h 22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682" h="228535">
                <a:moveTo>
                  <a:pt x="186377" y="116902"/>
                </a:moveTo>
                <a:cubicBezTo>
                  <a:pt x="170151" y="115531"/>
                  <a:pt x="153925" y="114616"/>
                  <a:pt x="137699" y="113855"/>
                </a:cubicBezTo>
                <a:cubicBezTo>
                  <a:pt x="139298" y="82393"/>
                  <a:pt x="140898" y="50855"/>
                  <a:pt x="142498" y="19393"/>
                </a:cubicBezTo>
                <a:cubicBezTo>
                  <a:pt x="143488" y="-413"/>
                  <a:pt x="112712" y="-337"/>
                  <a:pt x="111722" y="19393"/>
                </a:cubicBezTo>
                <a:cubicBezTo>
                  <a:pt x="110122" y="50550"/>
                  <a:pt x="108522" y="81707"/>
                  <a:pt x="106999" y="112788"/>
                </a:cubicBezTo>
                <a:cubicBezTo>
                  <a:pt x="77822" y="112179"/>
                  <a:pt x="48646" y="112636"/>
                  <a:pt x="19393" y="114083"/>
                </a:cubicBezTo>
                <a:cubicBezTo>
                  <a:pt x="-337" y="115074"/>
                  <a:pt x="-413" y="145926"/>
                  <a:pt x="19393" y="144859"/>
                </a:cubicBezTo>
                <a:cubicBezTo>
                  <a:pt x="48113" y="143412"/>
                  <a:pt x="76756" y="142955"/>
                  <a:pt x="105399" y="143488"/>
                </a:cubicBezTo>
                <a:cubicBezTo>
                  <a:pt x="104180" y="167256"/>
                  <a:pt x="102961" y="191100"/>
                  <a:pt x="101742" y="214867"/>
                </a:cubicBezTo>
                <a:cubicBezTo>
                  <a:pt x="100752" y="234674"/>
                  <a:pt x="131528" y="234598"/>
                  <a:pt x="132518" y="214867"/>
                </a:cubicBezTo>
                <a:cubicBezTo>
                  <a:pt x="133737" y="191404"/>
                  <a:pt x="134880" y="167941"/>
                  <a:pt x="136099" y="144555"/>
                </a:cubicBezTo>
                <a:cubicBezTo>
                  <a:pt x="152858" y="145316"/>
                  <a:pt x="169617" y="146231"/>
                  <a:pt x="186377" y="147602"/>
                </a:cubicBezTo>
                <a:cubicBezTo>
                  <a:pt x="206107" y="149354"/>
                  <a:pt x="206031" y="118502"/>
                  <a:pt x="186377" y="116902"/>
                </a:cubicBezTo>
                <a:close/>
              </a:path>
            </a:pathLst>
          </a:custGeom>
          <a:solidFill>
            <a:srgbClr val="1DD6A1"/>
          </a:solidFill>
          <a:ln w="7614" cap="flat">
            <a:noFill/>
            <a:prstDash val="solid"/>
            <a:miter/>
          </a:ln>
        </p:spPr>
        <p:txBody>
          <a:bodyPr rtlCol="0" anchor="ctr"/>
          <a:lstStyle/>
          <a:p>
            <a:endParaRPr lang="ko-KR" altLang="en-US"/>
          </a:p>
        </p:txBody>
      </p:sp>
      <p:sp>
        <p:nvSpPr>
          <p:cNvPr id="96" name="자유형: 도형 95">
            <a:extLst>
              <a:ext uri="{FF2B5EF4-FFF2-40B4-BE49-F238E27FC236}">
                <a16:creationId xmlns:a16="http://schemas.microsoft.com/office/drawing/2014/main" id="{71C3CA4F-97D2-4519-85A3-C941322B0D68}"/>
              </a:ext>
            </a:extLst>
          </p:cNvPr>
          <p:cNvSpPr>
            <a:spLocks noChangeAspect="1"/>
          </p:cNvSpPr>
          <p:nvPr userDrawn="1"/>
        </p:nvSpPr>
        <p:spPr>
          <a:xfrm>
            <a:off x="4195590" y="6390590"/>
            <a:ext cx="128000" cy="144000"/>
          </a:xfrm>
          <a:custGeom>
            <a:avLst/>
            <a:gdLst>
              <a:gd name="connsiteX0" fmla="*/ 231693 w 243771"/>
              <a:gd name="connsiteY0" fmla="*/ 124396 h 274242"/>
              <a:gd name="connsiteX1" fmla="*/ 135937 w 243771"/>
              <a:gd name="connsiteY1" fmla="*/ 122568 h 274242"/>
              <a:gd name="connsiteX2" fmla="*/ 135937 w 243771"/>
              <a:gd name="connsiteY2" fmla="*/ 18508 h 274242"/>
              <a:gd name="connsiteX3" fmla="*/ 107065 w 243771"/>
              <a:gd name="connsiteY3" fmla="*/ 18508 h 274242"/>
              <a:gd name="connsiteX4" fmla="*/ 107065 w 243771"/>
              <a:gd name="connsiteY4" fmla="*/ 123177 h 274242"/>
              <a:gd name="connsiteX5" fmla="*/ 18393 w 243771"/>
              <a:gd name="connsiteY5" fmla="*/ 128281 h 274242"/>
              <a:gd name="connsiteX6" fmla="*/ 18393 w 243771"/>
              <a:gd name="connsiteY6" fmla="*/ 157153 h 274242"/>
              <a:gd name="connsiteX7" fmla="*/ 107065 w 243771"/>
              <a:gd name="connsiteY7" fmla="*/ 152049 h 274242"/>
              <a:gd name="connsiteX8" fmla="*/ 107065 w 243771"/>
              <a:gd name="connsiteY8" fmla="*/ 257556 h 274242"/>
              <a:gd name="connsiteX9" fmla="*/ 135937 w 243771"/>
              <a:gd name="connsiteY9" fmla="*/ 257556 h 274242"/>
              <a:gd name="connsiteX10" fmla="*/ 135937 w 243771"/>
              <a:gd name="connsiteY10" fmla="*/ 151439 h 274242"/>
              <a:gd name="connsiteX11" fmla="*/ 231693 w 243771"/>
              <a:gd name="connsiteY11" fmla="*/ 153268 h 274242"/>
              <a:gd name="connsiteX12" fmla="*/ 231693 w 243771"/>
              <a:gd name="connsiteY12" fmla="*/ 124396 h 274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771" h="274242">
                <a:moveTo>
                  <a:pt x="231693" y="124396"/>
                </a:moveTo>
                <a:cubicBezTo>
                  <a:pt x="199698" y="122796"/>
                  <a:pt x="167856" y="122187"/>
                  <a:pt x="135937" y="122568"/>
                </a:cubicBezTo>
                <a:cubicBezTo>
                  <a:pt x="135937" y="87906"/>
                  <a:pt x="135937" y="53169"/>
                  <a:pt x="135937" y="18508"/>
                </a:cubicBezTo>
                <a:cubicBezTo>
                  <a:pt x="135937" y="-80"/>
                  <a:pt x="107065" y="-80"/>
                  <a:pt x="107065" y="18508"/>
                </a:cubicBezTo>
                <a:cubicBezTo>
                  <a:pt x="107065" y="53397"/>
                  <a:pt x="107065" y="88287"/>
                  <a:pt x="107065" y="123177"/>
                </a:cubicBezTo>
                <a:cubicBezTo>
                  <a:pt x="77508" y="124091"/>
                  <a:pt x="47951" y="125767"/>
                  <a:pt x="18393" y="128281"/>
                </a:cubicBezTo>
                <a:cubicBezTo>
                  <a:pt x="34" y="129881"/>
                  <a:pt x="-118" y="158752"/>
                  <a:pt x="18393" y="157153"/>
                </a:cubicBezTo>
                <a:cubicBezTo>
                  <a:pt x="47951" y="154563"/>
                  <a:pt x="77508" y="152887"/>
                  <a:pt x="107065" y="152049"/>
                </a:cubicBezTo>
                <a:cubicBezTo>
                  <a:pt x="107065" y="187243"/>
                  <a:pt x="107065" y="222438"/>
                  <a:pt x="107065" y="257556"/>
                </a:cubicBezTo>
                <a:cubicBezTo>
                  <a:pt x="107065" y="276144"/>
                  <a:pt x="135937" y="276144"/>
                  <a:pt x="135937" y="257556"/>
                </a:cubicBezTo>
                <a:cubicBezTo>
                  <a:pt x="135937" y="222209"/>
                  <a:pt x="135937" y="186786"/>
                  <a:pt x="135937" y="151439"/>
                </a:cubicBezTo>
                <a:cubicBezTo>
                  <a:pt x="167856" y="151058"/>
                  <a:pt x="199698" y="151668"/>
                  <a:pt x="231693" y="153268"/>
                </a:cubicBezTo>
                <a:cubicBezTo>
                  <a:pt x="250281" y="154182"/>
                  <a:pt x="250205" y="125310"/>
                  <a:pt x="231693" y="124396"/>
                </a:cubicBezTo>
                <a:close/>
              </a:path>
            </a:pathLst>
          </a:custGeom>
          <a:solidFill>
            <a:srgbClr val="1DD6A1"/>
          </a:solidFill>
          <a:ln w="7614" cap="flat">
            <a:noFill/>
            <a:prstDash val="solid"/>
            <a:miter/>
          </a:ln>
        </p:spPr>
        <p:txBody>
          <a:bodyPr rtlCol="0" anchor="ctr"/>
          <a:lstStyle/>
          <a:p>
            <a:endParaRPr lang="ko-KR" altLang="en-US"/>
          </a:p>
        </p:txBody>
      </p:sp>
      <p:sp>
        <p:nvSpPr>
          <p:cNvPr id="97" name="자유형: 도형 96">
            <a:extLst>
              <a:ext uri="{FF2B5EF4-FFF2-40B4-BE49-F238E27FC236}">
                <a16:creationId xmlns:a16="http://schemas.microsoft.com/office/drawing/2014/main" id="{A2F3AE9E-BFC0-47A7-A4F2-726C1BAA23FC}"/>
              </a:ext>
            </a:extLst>
          </p:cNvPr>
          <p:cNvSpPr>
            <a:spLocks noChangeAspect="1"/>
          </p:cNvSpPr>
          <p:nvPr userDrawn="1"/>
        </p:nvSpPr>
        <p:spPr>
          <a:xfrm>
            <a:off x="1047313" y="3994630"/>
            <a:ext cx="132000" cy="108000"/>
          </a:xfrm>
          <a:custGeom>
            <a:avLst/>
            <a:gdLst>
              <a:gd name="connsiteX0" fmla="*/ 241235 w 251389"/>
              <a:gd name="connsiteY0" fmla="*/ 100935 h 205682"/>
              <a:gd name="connsiteX1" fmla="*/ 160866 w 251389"/>
              <a:gd name="connsiteY1" fmla="*/ 97735 h 205682"/>
              <a:gd name="connsiteX2" fmla="*/ 150277 w 251389"/>
              <a:gd name="connsiteY2" fmla="*/ 12568 h 205682"/>
              <a:gd name="connsiteX3" fmla="*/ 128795 w 251389"/>
              <a:gd name="connsiteY3" fmla="*/ 18510 h 205682"/>
              <a:gd name="connsiteX4" fmla="*/ 138623 w 251389"/>
              <a:gd name="connsiteY4" fmla="*/ 97964 h 205682"/>
              <a:gd name="connsiteX5" fmla="*/ 15137 w 251389"/>
              <a:gd name="connsiteY5" fmla="*/ 106801 h 205682"/>
              <a:gd name="connsiteX6" fmla="*/ 15137 w 251389"/>
              <a:gd name="connsiteY6" fmla="*/ 129045 h 205682"/>
              <a:gd name="connsiteX7" fmla="*/ 139384 w 251389"/>
              <a:gd name="connsiteY7" fmla="*/ 120208 h 205682"/>
              <a:gd name="connsiteX8" fmla="*/ 136185 w 251389"/>
              <a:gd name="connsiteY8" fmla="*/ 191511 h 205682"/>
              <a:gd name="connsiteX9" fmla="*/ 158429 w 251389"/>
              <a:gd name="connsiteY9" fmla="*/ 191511 h 205682"/>
              <a:gd name="connsiteX10" fmla="*/ 161553 w 251389"/>
              <a:gd name="connsiteY10" fmla="*/ 120056 h 205682"/>
              <a:gd name="connsiteX11" fmla="*/ 241083 w 251389"/>
              <a:gd name="connsiteY11" fmla="*/ 123255 h 205682"/>
              <a:gd name="connsiteX12" fmla="*/ 241235 w 251389"/>
              <a:gd name="connsiteY12" fmla="*/ 100935 h 20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389" h="205682">
                <a:moveTo>
                  <a:pt x="241235" y="100935"/>
                </a:moveTo>
                <a:cubicBezTo>
                  <a:pt x="214420" y="98878"/>
                  <a:pt x="187605" y="97888"/>
                  <a:pt x="160866" y="97735"/>
                </a:cubicBezTo>
                <a:cubicBezTo>
                  <a:pt x="159343" y="69321"/>
                  <a:pt x="155839" y="40906"/>
                  <a:pt x="150277" y="12568"/>
                </a:cubicBezTo>
                <a:cubicBezTo>
                  <a:pt x="147535" y="-1449"/>
                  <a:pt x="126053" y="4493"/>
                  <a:pt x="128795" y="18510"/>
                </a:cubicBezTo>
                <a:cubicBezTo>
                  <a:pt x="133976" y="45020"/>
                  <a:pt x="137175" y="71454"/>
                  <a:pt x="138623" y="97964"/>
                </a:cubicBezTo>
                <a:cubicBezTo>
                  <a:pt x="97410" y="98649"/>
                  <a:pt x="56350" y="101544"/>
                  <a:pt x="15137" y="106801"/>
                </a:cubicBezTo>
                <a:cubicBezTo>
                  <a:pt x="1120" y="108629"/>
                  <a:pt x="968" y="130873"/>
                  <a:pt x="15137" y="129045"/>
                </a:cubicBezTo>
                <a:cubicBezTo>
                  <a:pt x="56578" y="123712"/>
                  <a:pt x="97943" y="120817"/>
                  <a:pt x="139384" y="120208"/>
                </a:cubicBezTo>
                <a:cubicBezTo>
                  <a:pt x="139766" y="143900"/>
                  <a:pt x="138699" y="167591"/>
                  <a:pt x="136185" y="191511"/>
                </a:cubicBezTo>
                <a:cubicBezTo>
                  <a:pt x="134661" y="205757"/>
                  <a:pt x="156981" y="205680"/>
                  <a:pt x="158429" y="191511"/>
                </a:cubicBezTo>
                <a:cubicBezTo>
                  <a:pt x="160943" y="167591"/>
                  <a:pt x="161933" y="143747"/>
                  <a:pt x="161553" y="120056"/>
                </a:cubicBezTo>
                <a:cubicBezTo>
                  <a:pt x="188063" y="120208"/>
                  <a:pt x="214573" y="121198"/>
                  <a:pt x="241083" y="123255"/>
                </a:cubicBezTo>
                <a:cubicBezTo>
                  <a:pt x="255557" y="124322"/>
                  <a:pt x="255480" y="102077"/>
                  <a:pt x="241235" y="100935"/>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98" name="자유형: 도형 97">
            <a:extLst>
              <a:ext uri="{FF2B5EF4-FFF2-40B4-BE49-F238E27FC236}">
                <a16:creationId xmlns:a16="http://schemas.microsoft.com/office/drawing/2014/main" id="{13FA7B3B-75F1-4B05-B427-B2FB3ED5B0D0}"/>
              </a:ext>
            </a:extLst>
          </p:cNvPr>
          <p:cNvSpPr/>
          <p:nvPr userDrawn="1"/>
        </p:nvSpPr>
        <p:spPr>
          <a:xfrm>
            <a:off x="3784009" y="4756505"/>
            <a:ext cx="45719" cy="45719"/>
          </a:xfrm>
          <a:custGeom>
            <a:avLst/>
            <a:gdLst>
              <a:gd name="connsiteX0" fmla="*/ 21056 w 38089"/>
              <a:gd name="connsiteY0" fmla="*/ 7912 h 38089"/>
              <a:gd name="connsiteX1" fmla="*/ 7801 w 38089"/>
              <a:gd name="connsiteY1" fmla="*/ 21396 h 38089"/>
              <a:gd name="connsiteX2" fmla="*/ 23569 w 38089"/>
              <a:gd name="connsiteY2" fmla="*/ 37165 h 38089"/>
              <a:gd name="connsiteX3" fmla="*/ 36824 w 38089"/>
              <a:gd name="connsiteY3" fmla="*/ 23681 h 38089"/>
              <a:gd name="connsiteX4" fmla="*/ 21056 w 38089"/>
              <a:gd name="connsiteY4" fmla="*/ 7912 h 38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89" h="38089">
                <a:moveTo>
                  <a:pt x="21056" y="7912"/>
                </a:moveTo>
                <a:cubicBezTo>
                  <a:pt x="16637" y="12407"/>
                  <a:pt x="12219" y="16901"/>
                  <a:pt x="7801" y="21396"/>
                </a:cubicBezTo>
                <a:cubicBezTo>
                  <a:pt x="-2255" y="31604"/>
                  <a:pt x="13438" y="47373"/>
                  <a:pt x="23569" y="37165"/>
                </a:cubicBezTo>
                <a:cubicBezTo>
                  <a:pt x="27988" y="32670"/>
                  <a:pt x="32406" y="28176"/>
                  <a:pt x="36824" y="23681"/>
                </a:cubicBezTo>
                <a:cubicBezTo>
                  <a:pt x="46881" y="13397"/>
                  <a:pt x="31111" y="-2372"/>
                  <a:pt x="21056" y="7912"/>
                </a:cubicBezTo>
                <a:close/>
              </a:path>
            </a:pathLst>
          </a:custGeom>
          <a:solidFill>
            <a:srgbClr val="1DD6A1"/>
          </a:solidFill>
          <a:ln w="7614" cap="flat">
            <a:noFill/>
            <a:prstDash val="solid"/>
            <a:miter/>
          </a:ln>
        </p:spPr>
        <p:txBody>
          <a:bodyPr rtlCol="0" anchor="ctr"/>
          <a:lstStyle/>
          <a:p>
            <a:endParaRPr lang="ko-KR" altLang="en-US"/>
          </a:p>
        </p:txBody>
      </p:sp>
      <p:sp>
        <p:nvSpPr>
          <p:cNvPr id="99" name="자유형: 도형 98">
            <a:extLst>
              <a:ext uri="{FF2B5EF4-FFF2-40B4-BE49-F238E27FC236}">
                <a16:creationId xmlns:a16="http://schemas.microsoft.com/office/drawing/2014/main" id="{322E310E-38ED-4912-A201-464D15C38599}"/>
              </a:ext>
            </a:extLst>
          </p:cNvPr>
          <p:cNvSpPr/>
          <p:nvPr userDrawn="1"/>
        </p:nvSpPr>
        <p:spPr>
          <a:xfrm flipH="1" flipV="1">
            <a:off x="643256" y="4366987"/>
            <a:ext cx="45719" cy="45719"/>
          </a:xfrm>
          <a:custGeom>
            <a:avLst/>
            <a:gdLst>
              <a:gd name="connsiteX0" fmla="*/ 23561 w 53325"/>
              <a:gd name="connsiteY0" fmla="*/ 7881 h 53325"/>
              <a:gd name="connsiteX1" fmla="*/ 7792 w 53325"/>
              <a:gd name="connsiteY1" fmla="*/ 23650 h 53325"/>
              <a:gd name="connsiteX2" fmla="*/ 34302 w 53325"/>
              <a:gd name="connsiteY2" fmla="*/ 50617 h 53325"/>
              <a:gd name="connsiteX3" fmla="*/ 50071 w 53325"/>
              <a:gd name="connsiteY3" fmla="*/ 34848 h 53325"/>
              <a:gd name="connsiteX4" fmla="*/ 23561 w 53325"/>
              <a:gd name="connsiteY4" fmla="*/ 7881 h 53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5" h="53325">
                <a:moveTo>
                  <a:pt x="23561" y="7881"/>
                </a:moveTo>
                <a:cubicBezTo>
                  <a:pt x="13505" y="-2327"/>
                  <a:pt x="-2264" y="13366"/>
                  <a:pt x="7792" y="23650"/>
                </a:cubicBezTo>
                <a:cubicBezTo>
                  <a:pt x="16628" y="32639"/>
                  <a:pt x="25465" y="41628"/>
                  <a:pt x="34302" y="50617"/>
                </a:cubicBezTo>
                <a:cubicBezTo>
                  <a:pt x="44357" y="60825"/>
                  <a:pt x="60126" y="45132"/>
                  <a:pt x="50071" y="34848"/>
                </a:cubicBezTo>
                <a:cubicBezTo>
                  <a:pt x="41234" y="25859"/>
                  <a:pt x="32397" y="16870"/>
                  <a:pt x="23561" y="7881"/>
                </a:cubicBezTo>
                <a:close/>
              </a:path>
            </a:pathLst>
          </a:custGeom>
          <a:solidFill>
            <a:srgbClr val="1DD6A1">
              <a:alpha val="40000"/>
            </a:srgbClr>
          </a:solidFill>
          <a:ln w="7614" cap="flat">
            <a:noFill/>
            <a:prstDash val="solid"/>
            <a:miter/>
          </a:ln>
        </p:spPr>
        <p:txBody>
          <a:bodyPr rtlCol="0" anchor="ctr"/>
          <a:lstStyle/>
          <a:p>
            <a:endParaRPr lang="ko-KR" altLang="en-US"/>
          </a:p>
        </p:txBody>
      </p:sp>
      <p:sp>
        <p:nvSpPr>
          <p:cNvPr id="100" name="자유형: 도형 99">
            <a:extLst>
              <a:ext uri="{FF2B5EF4-FFF2-40B4-BE49-F238E27FC236}">
                <a16:creationId xmlns:a16="http://schemas.microsoft.com/office/drawing/2014/main" id="{6130F546-92AC-49B2-99E7-52C7A70167FB}"/>
              </a:ext>
            </a:extLst>
          </p:cNvPr>
          <p:cNvSpPr/>
          <p:nvPr userDrawn="1"/>
        </p:nvSpPr>
        <p:spPr>
          <a:xfrm flipH="1" flipV="1">
            <a:off x="5170154" y="6493460"/>
            <a:ext cx="45719" cy="68579"/>
          </a:xfrm>
          <a:custGeom>
            <a:avLst/>
            <a:gdLst>
              <a:gd name="connsiteX0" fmla="*/ 19258 w 45707"/>
              <a:gd name="connsiteY0" fmla="*/ 12228 h 68560"/>
              <a:gd name="connsiteX1" fmla="*/ 5241 w 45707"/>
              <a:gd name="connsiteY1" fmla="*/ 52374 h 68560"/>
              <a:gd name="connsiteX2" fmla="*/ 26723 w 45707"/>
              <a:gd name="connsiteY2" fmla="*/ 58316 h 68560"/>
              <a:gd name="connsiteX3" fmla="*/ 40740 w 45707"/>
              <a:gd name="connsiteY3" fmla="*/ 18170 h 68560"/>
              <a:gd name="connsiteX4" fmla="*/ 19258 w 45707"/>
              <a:gd name="connsiteY4" fmla="*/ 12228 h 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07" h="68560">
                <a:moveTo>
                  <a:pt x="19258" y="12228"/>
                </a:moveTo>
                <a:cubicBezTo>
                  <a:pt x="14611" y="25635"/>
                  <a:pt x="9888" y="38967"/>
                  <a:pt x="5241" y="52374"/>
                </a:cubicBezTo>
                <a:cubicBezTo>
                  <a:pt x="518" y="65934"/>
                  <a:pt x="22000" y="71724"/>
                  <a:pt x="26723" y="58316"/>
                </a:cubicBezTo>
                <a:cubicBezTo>
                  <a:pt x="31370" y="44909"/>
                  <a:pt x="36093" y="31577"/>
                  <a:pt x="40740" y="18170"/>
                </a:cubicBezTo>
                <a:cubicBezTo>
                  <a:pt x="45463" y="4534"/>
                  <a:pt x="23981" y="-1256"/>
                  <a:pt x="19258" y="12228"/>
                </a:cubicBezTo>
                <a:close/>
              </a:path>
            </a:pathLst>
          </a:custGeom>
          <a:solidFill>
            <a:srgbClr val="1DD6A1">
              <a:alpha val="40000"/>
            </a:srgbClr>
          </a:solidFill>
          <a:ln w="7614" cap="flat">
            <a:noFill/>
            <a:prstDash val="solid"/>
            <a:miter/>
          </a:ln>
        </p:spPr>
        <p:txBody>
          <a:bodyPr rtlCol="0" anchor="ctr"/>
          <a:lstStyle/>
          <a:p>
            <a:endParaRPr lang="ko-KR" altLang="en-US"/>
          </a:p>
        </p:txBody>
      </p:sp>
    </p:spTree>
    <p:extLst>
      <p:ext uri="{BB962C8B-B14F-4D97-AF65-F5344CB8AC3E}">
        <p14:creationId xmlns:p14="http://schemas.microsoft.com/office/powerpoint/2010/main" val="4271165801"/>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PPTMON slide">
    <p:spTree>
      <p:nvGrpSpPr>
        <p:cNvPr id="1" name=""/>
        <p:cNvGrpSpPr/>
        <p:nvPr/>
      </p:nvGrpSpPr>
      <p:grpSpPr>
        <a:xfrm>
          <a:off x="0" y="0"/>
          <a:ext cx="0" cy="0"/>
          <a:chOff x="0" y="0"/>
          <a:chExt cx="0" cy="0"/>
        </a:xfrm>
      </p:grpSpPr>
      <p:pic>
        <p:nvPicPr>
          <p:cNvPr id="4" name="Graphic 3">
            <a:hlinkClick r:id="rId2"/>
            <a:extLst>
              <a:ext uri="{FF2B5EF4-FFF2-40B4-BE49-F238E27FC236}">
                <a16:creationId xmlns:a16="http://schemas.microsoft.com/office/drawing/2014/main" id="{18391A64-485F-424B-B3B2-B1CB6E26B08D}"/>
              </a:ext>
            </a:extLst>
          </p:cNvPr>
          <p:cNvPicPr>
            <a:picLocks noChangeAspect="1"/>
          </p:cNvPicPr>
          <p:nvPr userDrawn="1"/>
        </p:nvPicPr>
        <p:blipFill>
          <a:blip r:embed="rId3" cstate="print">
            <a:extLst>
              <a:ext uri="{96DAC541-7B7A-43D3-8B79-37D633B846F1}">
                <asvg:svgBlip xmlns:asvg="http://schemas.microsoft.com/office/drawing/2016/SVG/main" xmlns="" r:embed="rId4"/>
              </a:ext>
            </a:extLst>
          </a:blip>
          <a:stretch>
            <a:fillRect/>
          </a:stretch>
        </p:blipFill>
        <p:spPr>
          <a:xfrm>
            <a:off x="5647236" y="7063924"/>
            <a:ext cx="2471738" cy="190500"/>
          </a:xfrm>
          <a:prstGeom prst="rect">
            <a:avLst/>
          </a:prstGeom>
        </p:spPr>
      </p:pic>
      <p:sp>
        <p:nvSpPr>
          <p:cNvPr id="23" name="TextBox 22">
            <a:extLst>
              <a:ext uri="{FF2B5EF4-FFF2-40B4-BE49-F238E27FC236}">
                <a16:creationId xmlns:a16="http://schemas.microsoft.com/office/drawing/2014/main" id="{D0222388-ACFB-4C7D-92F6-B808C17D7B09}"/>
              </a:ext>
            </a:extLst>
          </p:cNvPr>
          <p:cNvSpPr txBox="1"/>
          <p:nvPr userDrawn="1"/>
        </p:nvSpPr>
        <p:spPr>
          <a:xfrm>
            <a:off x="4073025" y="7063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2"/>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576148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smtClean="0"/>
              <a:t>Haga clic para modificar el estilo de título del patrón</a:t>
            </a:r>
            <a:endParaRPr lang="ru-RU"/>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ru-RU" smtClean="0"/>
              <a:t>Haga clic para modificar el estilo de texto del patrón</a:t>
            </a:r>
          </a:p>
          <a:p>
            <a:pPr lvl="1"/>
            <a:r>
              <a:rPr lang="ru-RU" smtClean="0"/>
              <a:t>Segundo nivel</a:t>
            </a:r>
          </a:p>
          <a:p>
            <a:pPr lvl="2"/>
            <a:r>
              <a:rPr lang="ru-RU" smtClean="0"/>
              <a:t>Tercer nivel</a:t>
            </a:r>
          </a:p>
          <a:p>
            <a:pPr lvl="3"/>
            <a:r>
              <a:rPr lang="ru-RU" smtClean="0"/>
              <a:t>Cuarto nivel</a:t>
            </a:r>
          </a:p>
          <a:p>
            <a:pPr lvl="4"/>
            <a:r>
              <a:rPr lang="ru-RU" smtClean="0"/>
              <a:t>Quinto nivel</a:t>
            </a:r>
            <a:endParaRPr lang="ru-RU"/>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2981B-A2C2-4CE2-92C5-98654F6DA09A}" type="datetimeFigureOut">
              <a:rPr lang="ru-RU" smtClean="0"/>
              <a:pPr/>
              <a:t>25.09.2025</a:t>
            </a:fld>
            <a:endParaRPr lang="ru-RU"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6C0FE5-4EAD-40AB-8675-7DC5DA07DD57}" type="slidenum">
              <a:rPr lang="ru-RU" smtClean="0"/>
              <a:pPr/>
              <a:t>‹#›</a:t>
            </a:fld>
            <a:endParaRPr lang="ru-RU" dirty="0"/>
          </a:p>
        </p:txBody>
      </p:sp>
      <p:pic>
        <p:nvPicPr>
          <p:cNvPr id="7" name="6 Imagen" descr="Dibujo.bmp"/>
          <p:cNvPicPr>
            <a:picLocks noChangeAspect="1"/>
          </p:cNvPicPr>
          <p:nvPr/>
        </p:nvPicPr>
        <p:blipFill>
          <a:blip r:embed="rId15" cstate="print"/>
          <a:stretch>
            <a:fillRect/>
          </a:stretch>
        </p:blipFill>
        <p:spPr>
          <a:xfrm>
            <a:off x="0" y="0"/>
            <a:ext cx="12192000" cy="6858000"/>
          </a:xfrm>
          <a:prstGeom prst="rect">
            <a:avLst/>
          </a:prstGeom>
        </p:spPr>
      </p:pic>
      <p:sp>
        <p:nvSpPr>
          <p:cNvPr id="9" name="Rectangle 10"/>
          <p:cNvSpPr>
            <a:spLocks noChangeArrowheads="1"/>
          </p:cNvSpPr>
          <p:nvPr/>
        </p:nvSpPr>
        <p:spPr bwMode="auto">
          <a:xfrm>
            <a:off x="0" y="0"/>
            <a:ext cx="12192000" cy="7010400"/>
          </a:xfrm>
          <a:prstGeom prst="rect">
            <a:avLst/>
          </a:prstGeom>
          <a:gradFill flip="none" rotWithShape="1">
            <a:gsLst>
              <a:gs pos="100000">
                <a:srgbClr val="03D4A8">
                  <a:alpha val="18000"/>
                </a:srgbClr>
              </a:gs>
              <a:gs pos="25000">
                <a:srgbClr val="21D6E0">
                  <a:alpha val="23000"/>
                </a:srgbClr>
              </a:gs>
              <a:gs pos="75000">
                <a:srgbClr val="0087E6">
                  <a:alpha val="25000"/>
                </a:srgbClr>
              </a:gs>
              <a:gs pos="100000">
                <a:srgbClr val="005CBF">
                  <a:alpha val="25999"/>
                </a:srgbClr>
              </a:gs>
            </a:gsLst>
            <a:lin ang="2700000" scaled="1"/>
            <a:tileRect/>
          </a:gradFill>
          <a:ln w="9525">
            <a:noFill/>
            <a:miter lim="800000"/>
            <a:headEnd/>
            <a:tailEnd/>
          </a:ln>
          <a:effectLst/>
        </p:spPr>
        <p:txBody>
          <a:bodyPr wrap="none" anchor="ctr"/>
          <a:lstStyle/>
          <a:p>
            <a:pPr>
              <a:defRPr/>
            </a:pPr>
            <a:endParaRPr lang="es-ES" sz="1800"/>
          </a:p>
        </p:txBody>
      </p:sp>
    </p:spTree>
    <p:extLst>
      <p:ext uri="{BB962C8B-B14F-4D97-AF65-F5344CB8AC3E}">
        <p14:creationId xmlns:p14="http://schemas.microsoft.com/office/powerpoint/2010/main" val="3362029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hyperlink" Target="https://testometrika.com/personality-and-temper/multilevel-personal-questionnaire-adaptability/" TargetMode="External"/><Relationship Id="rId13" Type="http://schemas.openxmlformats.org/officeDocument/2006/relationships/image" Target="../media/image21.jpeg"/><Relationship Id="rId3" Type="http://schemas.openxmlformats.org/officeDocument/2006/relationships/hyperlink" Target="https://www.16personalities.com/ru/test-lichnosti" TargetMode="External"/><Relationship Id="rId7" Type="http://schemas.openxmlformats.org/officeDocument/2006/relationships/hyperlink" Target="https://testometrika.com/personality-and-temper/test-of-interpersonal-relationships-leary/" TargetMode="External"/><Relationship Id="rId12" Type="http://schemas.openxmlformats.org/officeDocument/2006/relationships/hyperlink" Target="https://testometrika.com/personality-and-temper/assessment-of-self-control-in-communication-m-snyder/" TargetMode="External"/><Relationship Id="rId2" Type="http://schemas.openxmlformats.org/officeDocument/2006/relationships/hyperlink" Target="https://psychojournal.ru/tests_online/129-progressivnye-matricy-ravena.html" TargetMode="External"/><Relationship Id="rId1" Type="http://schemas.openxmlformats.org/officeDocument/2006/relationships/slideLayout" Target="../slideLayouts/slideLayout5.xml"/><Relationship Id="rId6" Type="http://schemas.openxmlformats.org/officeDocument/2006/relationships/hyperlink" Target="https://psychojournal.ru/tests_online/1900-metodika-diagnostiki-temperamenta-yana-strelyau.html" TargetMode="External"/><Relationship Id="rId11" Type="http://schemas.openxmlformats.org/officeDocument/2006/relationships/hyperlink" Target="https://testometrika.com/personality-and-temper/test-of-communicative-qualities/" TargetMode="External"/><Relationship Id="rId5" Type="http://schemas.openxmlformats.org/officeDocument/2006/relationships/hyperlink" Target="http://www.psi-test.ru/person/Eysenck-EPI.html" TargetMode="External"/><Relationship Id="rId10" Type="http://schemas.openxmlformats.org/officeDocument/2006/relationships/hyperlink" Target="https://psychojournal.ru/tests_online/128-test-opisaniya-povedeniya-ktomasa.html" TargetMode="External"/><Relationship Id="rId4" Type="http://schemas.openxmlformats.org/officeDocument/2006/relationships/hyperlink" Target="https://psychojournal.ru/tests_online/137-test-sondi-metod-portretnyh-vyborov.html" TargetMode="External"/><Relationship Id="rId9" Type="http://schemas.openxmlformats.org/officeDocument/2006/relationships/hyperlink" Target="https://testometrika.com/personality-and-temper/test-assinger-evaluation-of-aggressiveness-in-relationship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28.wmf"/><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9.wmf"/><Relationship Id="rId7" Type="http://schemas.openxmlformats.org/officeDocument/2006/relationships/diagramColors" Target="../diagrams/colors1.xml"/><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hyperlink" Target="http://surl.li/eokzl" TargetMode="Externa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4.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gif"/><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031DB1-1BBD-4706-9C84-5465AC6067C3}"/>
              </a:ext>
            </a:extLst>
          </p:cNvPr>
          <p:cNvSpPr txBox="1"/>
          <p:nvPr/>
        </p:nvSpPr>
        <p:spPr>
          <a:xfrm>
            <a:off x="1520727" y="1292338"/>
            <a:ext cx="9150546" cy="1938992"/>
          </a:xfrm>
          <a:prstGeom prst="rect">
            <a:avLst/>
          </a:prstGeom>
          <a:noFill/>
        </p:spPr>
        <p:txBody>
          <a:bodyPr wrap="square" rtlCol="0">
            <a:spAutoFit/>
          </a:bodyPr>
          <a:lstStyle/>
          <a:p>
            <a:pPr algn="ctr"/>
            <a:r>
              <a:rPr lang="uk-UA" altLang="ko-KR" sz="4000" b="1" i="1" dirty="0" smtClean="0">
                <a:solidFill>
                  <a:schemeClr val="tx2">
                    <a:lumMod val="75000"/>
                  </a:schemeClr>
                </a:solidFill>
                <a:latin typeface="+mj-lt"/>
                <a:cs typeface="Arial" panose="020B0604020202020204" pitchFamily="34" charset="0"/>
              </a:rPr>
              <a:t>“ Створення умов для формування цілісної особистості, спрямованої на власний розвиток та саморозвиток ”</a:t>
            </a:r>
            <a:endParaRPr lang="ko-KR" altLang="en-US" sz="10000" b="1" i="1" dirty="0">
              <a:solidFill>
                <a:schemeClr val="tx2">
                  <a:lumMod val="75000"/>
                </a:schemeClr>
              </a:solidFill>
              <a:latin typeface="+mj-lt"/>
              <a:cs typeface="Arial" panose="020B0604020202020204" pitchFamily="34" charset="0"/>
            </a:endParaRPr>
          </a:p>
        </p:txBody>
      </p:sp>
      <p:sp>
        <p:nvSpPr>
          <p:cNvPr id="5" name="Овал 4"/>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spTree>
    <p:extLst>
      <p:ext uri="{BB962C8B-B14F-4D97-AF65-F5344CB8AC3E}">
        <p14:creationId xmlns:p14="http://schemas.microsoft.com/office/powerpoint/2010/main" val="2765140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타원 37">
            <a:extLst>
              <a:ext uri="{FF2B5EF4-FFF2-40B4-BE49-F238E27FC236}">
                <a16:creationId xmlns:a16="http://schemas.microsoft.com/office/drawing/2014/main" id="{8A828FB3-D527-45AE-A69C-B7A36789714F}"/>
              </a:ext>
            </a:extLst>
          </p:cNvPr>
          <p:cNvSpPr/>
          <p:nvPr/>
        </p:nvSpPr>
        <p:spPr>
          <a:xfrm>
            <a:off x="2186415" y="322721"/>
            <a:ext cx="1259658" cy="686409"/>
          </a:xfrm>
          <a:prstGeom prst="ellipse">
            <a:avLst/>
          </a:prstGeom>
          <a:solidFill>
            <a:srgbClr val="1DD6A1"/>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400" dirty="0">
              <a:solidFill>
                <a:schemeClr val="bg1"/>
              </a:solidFill>
              <a:latin typeface="+mj-lt"/>
            </a:endParaRPr>
          </a:p>
        </p:txBody>
      </p:sp>
      <p:grpSp>
        <p:nvGrpSpPr>
          <p:cNvPr id="3" name="그룹 39">
            <a:extLst>
              <a:ext uri="{FF2B5EF4-FFF2-40B4-BE49-F238E27FC236}">
                <a16:creationId xmlns:a16="http://schemas.microsoft.com/office/drawing/2014/main" id="{2581DE60-4640-4C33-8C27-23260057EEAE}"/>
              </a:ext>
            </a:extLst>
          </p:cNvPr>
          <p:cNvGrpSpPr/>
          <p:nvPr/>
        </p:nvGrpSpPr>
        <p:grpSpPr>
          <a:xfrm>
            <a:off x="2620036" y="430313"/>
            <a:ext cx="401576" cy="535520"/>
            <a:chOff x="3471472" y="902398"/>
            <a:chExt cx="295275" cy="393763"/>
          </a:xfrm>
          <a:solidFill>
            <a:schemeClr val="bg1"/>
          </a:solidFill>
        </p:grpSpPr>
        <p:sp>
          <p:nvSpPr>
            <p:cNvPr id="41" name="자유형: 도형 40">
              <a:extLst>
                <a:ext uri="{FF2B5EF4-FFF2-40B4-BE49-F238E27FC236}">
                  <a16:creationId xmlns:a16="http://schemas.microsoft.com/office/drawing/2014/main" id="{8D425EB3-9F0C-4DEA-88C2-9D946E9E4DBD}"/>
                </a:ext>
              </a:extLst>
            </p:cNvPr>
            <p:cNvSpPr/>
            <p:nvPr/>
          </p:nvSpPr>
          <p:spPr>
            <a:xfrm>
              <a:off x="3549482" y="902398"/>
              <a:ext cx="142875" cy="76200"/>
            </a:xfrm>
            <a:custGeom>
              <a:avLst/>
              <a:gdLst>
                <a:gd name="connsiteX0" fmla="*/ 107442 w 142875"/>
                <a:gd name="connsiteY0" fmla="*/ 7144 h 76200"/>
                <a:gd name="connsiteX1" fmla="*/ 40577 w 142875"/>
                <a:gd name="connsiteY1" fmla="*/ 7144 h 76200"/>
                <a:gd name="connsiteX2" fmla="*/ 7144 w 142875"/>
                <a:gd name="connsiteY2" fmla="*/ 40577 h 76200"/>
                <a:gd name="connsiteX3" fmla="*/ 40577 w 142875"/>
                <a:gd name="connsiteY3" fmla="*/ 74009 h 76200"/>
                <a:gd name="connsiteX4" fmla="*/ 107442 w 142875"/>
                <a:gd name="connsiteY4" fmla="*/ 74009 h 76200"/>
                <a:gd name="connsiteX5" fmla="*/ 140875 w 142875"/>
                <a:gd name="connsiteY5" fmla="*/ 40577 h 76200"/>
                <a:gd name="connsiteX6" fmla="*/ 107442 w 142875"/>
                <a:gd name="connsiteY6" fmla="*/ 714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76200">
                  <a:moveTo>
                    <a:pt x="107442" y="7144"/>
                  </a:moveTo>
                  <a:lnTo>
                    <a:pt x="40577" y="7144"/>
                  </a:lnTo>
                  <a:cubicBezTo>
                    <a:pt x="22098" y="7144"/>
                    <a:pt x="7144" y="22098"/>
                    <a:pt x="7144" y="40577"/>
                  </a:cubicBezTo>
                  <a:cubicBezTo>
                    <a:pt x="7144" y="59055"/>
                    <a:pt x="22098" y="74009"/>
                    <a:pt x="40577" y="74009"/>
                  </a:cubicBezTo>
                  <a:lnTo>
                    <a:pt x="107442" y="74009"/>
                  </a:lnTo>
                  <a:cubicBezTo>
                    <a:pt x="125921" y="74009"/>
                    <a:pt x="140875" y="59055"/>
                    <a:pt x="140875" y="40577"/>
                  </a:cubicBezTo>
                  <a:cubicBezTo>
                    <a:pt x="140875" y="22098"/>
                    <a:pt x="125825" y="7144"/>
                    <a:pt x="107442" y="7144"/>
                  </a:cubicBezTo>
                  <a:close/>
                </a:path>
              </a:pathLst>
            </a:custGeom>
            <a:grpFill/>
            <a:ln w="9525" cap="flat">
              <a:noFill/>
              <a:prstDash val="solid"/>
              <a:miter/>
            </a:ln>
          </p:spPr>
          <p:txBody>
            <a:bodyPr rtlCol="0" anchor="ctr"/>
            <a:lstStyle/>
            <a:p>
              <a:endParaRPr lang="ko-KR" altLang="en-US"/>
            </a:p>
          </p:txBody>
        </p:sp>
        <p:sp>
          <p:nvSpPr>
            <p:cNvPr id="42" name="자유형: 도형 41">
              <a:extLst>
                <a:ext uri="{FF2B5EF4-FFF2-40B4-BE49-F238E27FC236}">
                  <a16:creationId xmlns:a16="http://schemas.microsoft.com/office/drawing/2014/main" id="{7CC483AE-DC79-4AF6-93FA-05E1D7184E50}"/>
                </a:ext>
              </a:extLst>
            </p:cNvPr>
            <p:cNvSpPr/>
            <p:nvPr/>
          </p:nvSpPr>
          <p:spPr>
            <a:xfrm>
              <a:off x="3471472" y="924686"/>
              <a:ext cx="295275" cy="371475"/>
            </a:xfrm>
            <a:custGeom>
              <a:avLst/>
              <a:gdLst>
                <a:gd name="connsiteX0" fmla="*/ 263462 w 295275"/>
                <a:gd name="connsiteY0" fmla="*/ 7144 h 371475"/>
                <a:gd name="connsiteX1" fmla="*/ 240030 w 295275"/>
                <a:gd name="connsiteY1" fmla="*/ 7144 h 371475"/>
                <a:gd name="connsiteX2" fmla="*/ 241173 w 295275"/>
                <a:gd name="connsiteY2" fmla="*/ 18288 h 371475"/>
                <a:gd name="connsiteX3" fmla="*/ 185452 w 295275"/>
                <a:gd name="connsiteY3" fmla="*/ 74009 h 371475"/>
                <a:gd name="connsiteX4" fmla="*/ 118586 w 295275"/>
                <a:gd name="connsiteY4" fmla="*/ 74009 h 371475"/>
                <a:gd name="connsiteX5" fmla="*/ 62865 w 295275"/>
                <a:gd name="connsiteY5" fmla="*/ 18288 h 371475"/>
                <a:gd name="connsiteX6" fmla="*/ 64008 w 295275"/>
                <a:gd name="connsiteY6" fmla="*/ 7144 h 371475"/>
                <a:gd name="connsiteX7" fmla="*/ 40577 w 295275"/>
                <a:gd name="connsiteY7" fmla="*/ 7144 h 371475"/>
                <a:gd name="connsiteX8" fmla="*/ 7144 w 295275"/>
                <a:gd name="connsiteY8" fmla="*/ 40577 h 371475"/>
                <a:gd name="connsiteX9" fmla="*/ 7144 w 295275"/>
                <a:gd name="connsiteY9" fmla="*/ 331851 h 371475"/>
                <a:gd name="connsiteX10" fmla="*/ 40577 w 295275"/>
                <a:gd name="connsiteY10" fmla="*/ 365284 h 371475"/>
                <a:gd name="connsiteX11" fmla="*/ 263462 w 295275"/>
                <a:gd name="connsiteY11" fmla="*/ 365284 h 371475"/>
                <a:gd name="connsiteX12" fmla="*/ 296894 w 295275"/>
                <a:gd name="connsiteY12" fmla="*/ 331851 h 371475"/>
                <a:gd name="connsiteX13" fmla="*/ 296894 w 295275"/>
                <a:gd name="connsiteY13" fmla="*/ 40577 h 371475"/>
                <a:gd name="connsiteX14" fmla="*/ 263462 w 295275"/>
                <a:gd name="connsiteY14" fmla="*/ 7144 h 371475"/>
                <a:gd name="connsiteX15" fmla="*/ 115253 w 295275"/>
                <a:gd name="connsiteY15" fmla="*/ 295085 h 371475"/>
                <a:gd name="connsiteX16" fmla="*/ 81820 w 295275"/>
                <a:gd name="connsiteY16" fmla="*/ 328517 h 371475"/>
                <a:gd name="connsiteX17" fmla="*/ 66104 w 295275"/>
                <a:gd name="connsiteY17" fmla="*/ 328517 h 371475"/>
                <a:gd name="connsiteX18" fmla="*/ 54959 w 295275"/>
                <a:gd name="connsiteY18" fmla="*/ 317373 h 371475"/>
                <a:gd name="connsiteX19" fmla="*/ 54959 w 295275"/>
                <a:gd name="connsiteY19" fmla="*/ 301657 h 371475"/>
                <a:gd name="connsiteX20" fmla="*/ 70676 w 295275"/>
                <a:gd name="connsiteY20" fmla="*/ 301657 h 371475"/>
                <a:gd name="connsiteX21" fmla="*/ 73914 w 295275"/>
                <a:gd name="connsiteY21" fmla="*/ 304895 h 371475"/>
                <a:gd name="connsiteX22" fmla="*/ 99441 w 295275"/>
                <a:gd name="connsiteY22" fmla="*/ 279368 h 371475"/>
                <a:gd name="connsiteX23" fmla="*/ 115157 w 295275"/>
                <a:gd name="connsiteY23" fmla="*/ 279368 h 371475"/>
                <a:gd name="connsiteX24" fmla="*/ 115253 w 295275"/>
                <a:gd name="connsiteY24" fmla="*/ 295085 h 371475"/>
                <a:gd name="connsiteX25" fmla="*/ 115253 w 295275"/>
                <a:gd name="connsiteY25" fmla="*/ 205264 h 371475"/>
                <a:gd name="connsiteX26" fmla="*/ 81820 w 295275"/>
                <a:gd name="connsiteY26" fmla="*/ 238697 h 371475"/>
                <a:gd name="connsiteX27" fmla="*/ 66104 w 295275"/>
                <a:gd name="connsiteY27" fmla="*/ 238697 h 371475"/>
                <a:gd name="connsiteX28" fmla="*/ 54959 w 295275"/>
                <a:gd name="connsiteY28" fmla="*/ 227552 h 371475"/>
                <a:gd name="connsiteX29" fmla="*/ 54959 w 295275"/>
                <a:gd name="connsiteY29" fmla="*/ 211836 h 371475"/>
                <a:gd name="connsiteX30" fmla="*/ 70676 w 295275"/>
                <a:gd name="connsiteY30" fmla="*/ 211836 h 371475"/>
                <a:gd name="connsiteX31" fmla="*/ 73914 w 295275"/>
                <a:gd name="connsiteY31" fmla="*/ 215075 h 371475"/>
                <a:gd name="connsiteX32" fmla="*/ 99441 w 295275"/>
                <a:gd name="connsiteY32" fmla="*/ 189548 h 371475"/>
                <a:gd name="connsiteX33" fmla="*/ 115157 w 295275"/>
                <a:gd name="connsiteY33" fmla="*/ 189548 h 371475"/>
                <a:gd name="connsiteX34" fmla="*/ 115253 w 295275"/>
                <a:gd name="connsiteY34" fmla="*/ 205264 h 371475"/>
                <a:gd name="connsiteX35" fmla="*/ 115253 w 295275"/>
                <a:gd name="connsiteY35" fmla="*/ 115348 h 371475"/>
                <a:gd name="connsiteX36" fmla="*/ 81820 w 295275"/>
                <a:gd name="connsiteY36" fmla="*/ 148781 h 371475"/>
                <a:gd name="connsiteX37" fmla="*/ 73914 w 295275"/>
                <a:gd name="connsiteY37" fmla="*/ 152019 h 371475"/>
                <a:gd name="connsiteX38" fmla="*/ 66008 w 295275"/>
                <a:gd name="connsiteY38" fmla="*/ 148781 h 371475"/>
                <a:gd name="connsiteX39" fmla="*/ 54864 w 295275"/>
                <a:gd name="connsiteY39" fmla="*/ 137636 h 371475"/>
                <a:gd name="connsiteX40" fmla="*/ 54864 w 295275"/>
                <a:gd name="connsiteY40" fmla="*/ 121920 h 371475"/>
                <a:gd name="connsiteX41" fmla="*/ 70580 w 295275"/>
                <a:gd name="connsiteY41" fmla="*/ 121920 h 371475"/>
                <a:gd name="connsiteX42" fmla="*/ 73819 w 295275"/>
                <a:gd name="connsiteY42" fmla="*/ 125159 h 371475"/>
                <a:gd name="connsiteX43" fmla="*/ 99346 w 295275"/>
                <a:gd name="connsiteY43" fmla="*/ 99632 h 371475"/>
                <a:gd name="connsiteX44" fmla="*/ 115062 w 295275"/>
                <a:gd name="connsiteY44" fmla="*/ 99632 h 371475"/>
                <a:gd name="connsiteX45" fmla="*/ 115253 w 295275"/>
                <a:gd name="connsiteY45" fmla="*/ 115348 h 371475"/>
                <a:gd name="connsiteX46" fmla="*/ 241173 w 295275"/>
                <a:gd name="connsiteY46" fmla="*/ 320707 h 371475"/>
                <a:gd name="connsiteX47" fmla="*/ 152019 w 295275"/>
                <a:gd name="connsiteY47" fmla="*/ 320707 h 371475"/>
                <a:gd name="connsiteX48" fmla="*/ 140875 w 295275"/>
                <a:gd name="connsiteY48" fmla="*/ 309563 h 371475"/>
                <a:gd name="connsiteX49" fmla="*/ 152019 w 295275"/>
                <a:gd name="connsiteY49" fmla="*/ 298418 h 371475"/>
                <a:gd name="connsiteX50" fmla="*/ 241173 w 295275"/>
                <a:gd name="connsiteY50" fmla="*/ 298418 h 371475"/>
                <a:gd name="connsiteX51" fmla="*/ 252317 w 295275"/>
                <a:gd name="connsiteY51" fmla="*/ 309563 h 371475"/>
                <a:gd name="connsiteX52" fmla="*/ 241173 w 295275"/>
                <a:gd name="connsiteY52" fmla="*/ 320707 h 371475"/>
                <a:gd name="connsiteX53" fmla="*/ 241173 w 295275"/>
                <a:gd name="connsiteY53" fmla="*/ 230791 h 371475"/>
                <a:gd name="connsiteX54" fmla="*/ 152019 w 295275"/>
                <a:gd name="connsiteY54" fmla="*/ 230791 h 371475"/>
                <a:gd name="connsiteX55" fmla="*/ 140875 w 295275"/>
                <a:gd name="connsiteY55" fmla="*/ 219647 h 371475"/>
                <a:gd name="connsiteX56" fmla="*/ 152019 w 295275"/>
                <a:gd name="connsiteY56" fmla="*/ 208502 h 371475"/>
                <a:gd name="connsiteX57" fmla="*/ 241173 w 295275"/>
                <a:gd name="connsiteY57" fmla="*/ 208502 h 371475"/>
                <a:gd name="connsiteX58" fmla="*/ 252317 w 295275"/>
                <a:gd name="connsiteY58" fmla="*/ 219647 h 371475"/>
                <a:gd name="connsiteX59" fmla="*/ 241173 w 295275"/>
                <a:gd name="connsiteY59" fmla="*/ 230791 h 371475"/>
                <a:gd name="connsiteX60" fmla="*/ 241173 w 295275"/>
                <a:gd name="connsiteY60" fmla="*/ 140875 h 371475"/>
                <a:gd name="connsiteX61" fmla="*/ 152019 w 295275"/>
                <a:gd name="connsiteY61" fmla="*/ 140875 h 371475"/>
                <a:gd name="connsiteX62" fmla="*/ 140875 w 295275"/>
                <a:gd name="connsiteY62" fmla="*/ 129731 h 371475"/>
                <a:gd name="connsiteX63" fmla="*/ 152019 w 295275"/>
                <a:gd name="connsiteY63" fmla="*/ 118586 h 371475"/>
                <a:gd name="connsiteX64" fmla="*/ 241173 w 295275"/>
                <a:gd name="connsiteY64" fmla="*/ 118586 h 371475"/>
                <a:gd name="connsiteX65" fmla="*/ 252317 w 295275"/>
                <a:gd name="connsiteY65" fmla="*/ 129731 h 371475"/>
                <a:gd name="connsiteX66" fmla="*/ 241173 w 295275"/>
                <a:gd name="connsiteY66" fmla="*/ 14087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95275" h="371475">
                  <a:moveTo>
                    <a:pt x="263462" y="7144"/>
                  </a:moveTo>
                  <a:lnTo>
                    <a:pt x="240030" y="7144"/>
                  </a:lnTo>
                  <a:cubicBezTo>
                    <a:pt x="240792" y="10763"/>
                    <a:pt x="241173" y="14478"/>
                    <a:pt x="241173" y="18288"/>
                  </a:cubicBezTo>
                  <a:cubicBezTo>
                    <a:pt x="241173" y="49054"/>
                    <a:pt x="216218" y="74009"/>
                    <a:pt x="185452" y="74009"/>
                  </a:cubicBezTo>
                  <a:lnTo>
                    <a:pt x="118586" y="74009"/>
                  </a:lnTo>
                  <a:cubicBezTo>
                    <a:pt x="87821" y="74009"/>
                    <a:pt x="62865" y="49054"/>
                    <a:pt x="62865" y="18288"/>
                  </a:cubicBezTo>
                  <a:cubicBezTo>
                    <a:pt x="62865" y="14478"/>
                    <a:pt x="63246" y="10763"/>
                    <a:pt x="64008" y="7144"/>
                  </a:cubicBezTo>
                  <a:lnTo>
                    <a:pt x="40577" y="7144"/>
                  </a:lnTo>
                  <a:cubicBezTo>
                    <a:pt x="22098" y="7144"/>
                    <a:pt x="7144" y="22098"/>
                    <a:pt x="7144" y="40577"/>
                  </a:cubicBezTo>
                  <a:lnTo>
                    <a:pt x="7144" y="331851"/>
                  </a:lnTo>
                  <a:cubicBezTo>
                    <a:pt x="7144" y="350330"/>
                    <a:pt x="22098" y="365284"/>
                    <a:pt x="40577" y="365284"/>
                  </a:cubicBezTo>
                  <a:lnTo>
                    <a:pt x="263462" y="365284"/>
                  </a:lnTo>
                  <a:cubicBezTo>
                    <a:pt x="281940" y="365284"/>
                    <a:pt x="296894" y="350330"/>
                    <a:pt x="296894" y="331851"/>
                  </a:cubicBezTo>
                  <a:lnTo>
                    <a:pt x="296894" y="40577"/>
                  </a:lnTo>
                  <a:cubicBezTo>
                    <a:pt x="296894" y="22098"/>
                    <a:pt x="281845" y="7144"/>
                    <a:pt x="263462" y="7144"/>
                  </a:cubicBezTo>
                  <a:close/>
                  <a:moveTo>
                    <a:pt x="115253" y="295085"/>
                  </a:moveTo>
                  <a:lnTo>
                    <a:pt x="81820" y="328517"/>
                  </a:lnTo>
                  <a:cubicBezTo>
                    <a:pt x="77438" y="332899"/>
                    <a:pt x="70390" y="332899"/>
                    <a:pt x="66104" y="328517"/>
                  </a:cubicBezTo>
                  <a:lnTo>
                    <a:pt x="54959" y="317373"/>
                  </a:lnTo>
                  <a:cubicBezTo>
                    <a:pt x="50578" y="312992"/>
                    <a:pt x="50578" y="305943"/>
                    <a:pt x="54959" y="301657"/>
                  </a:cubicBezTo>
                  <a:cubicBezTo>
                    <a:pt x="59341" y="297275"/>
                    <a:pt x="66389" y="297275"/>
                    <a:pt x="70676" y="301657"/>
                  </a:cubicBezTo>
                  <a:lnTo>
                    <a:pt x="73914" y="304895"/>
                  </a:lnTo>
                  <a:lnTo>
                    <a:pt x="99441" y="279368"/>
                  </a:lnTo>
                  <a:cubicBezTo>
                    <a:pt x="103822" y="274987"/>
                    <a:pt x="110871" y="274987"/>
                    <a:pt x="115157" y="279368"/>
                  </a:cubicBezTo>
                  <a:cubicBezTo>
                    <a:pt x="119634" y="283750"/>
                    <a:pt x="119634" y="290798"/>
                    <a:pt x="115253" y="295085"/>
                  </a:cubicBezTo>
                  <a:close/>
                  <a:moveTo>
                    <a:pt x="115253" y="205264"/>
                  </a:moveTo>
                  <a:lnTo>
                    <a:pt x="81820" y="238697"/>
                  </a:lnTo>
                  <a:cubicBezTo>
                    <a:pt x="77438" y="243078"/>
                    <a:pt x="70390" y="243078"/>
                    <a:pt x="66104" y="238697"/>
                  </a:cubicBezTo>
                  <a:lnTo>
                    <a:pt x="54959" y="227552"/>
                  </a:lnTo>
                  <a:cubicBezTo>
                    <a:pt x="50578" y="223171"/>
                    <a:pt x="50578" y="216122"/>
                    <a:pt x="54959" y="211836"/>
                  </a:cubicBezTo>
                  <a:cubicBezTo>
                    <a:pt x="59341" y="207455"/>
                    <a:pt x="66389" y="207455"/>
                    <a:pt x="70676" y="211836"/>
                  </a:cubicBezTo>
                  <a:lnTo>
                    <a:pt x="73914" y="215075"/>
                  </a:lnTo>
                  <a:lnTo>
                    <a:pt x="99441" y="189548"/>
                  </a:lnTo>
                  <a:cubicBezTo>
                    <a:pt x="103822" y="185166"/>
                    <a:pt x="110871" y="185166"/>
                    <a:pt x="115157" y="189548"/>
                  </a:cubicBezTo>
                  <a:cubicBezTo>
                    <a:pt x="119634" y="193834"/>
                    <a:pt x="119634" y="200882"/>
                    <a:pt x="115253" y="205264"/>
                  </a:cubicBezTo>
                  <a:close/>
                  <a:moveTo>
                    <a:pt x="115253" y="115348"/>
                  </a:moveTo>
                  <a:lnTo>
                    <a:pt x="81820" y="148781"/>
                  </a:lnTo>
                  <a:cubicBezTo>
                    <a:pt x="79629" y="150971"/>
                    <a:pt x="76771" y="152019"/>
                    <a:pt x="73914" y="152019"/>
                  </a:cubicBezTo>
                  <a:cubicBezTo>
                    <a:pt x="71056" y="152019"/>
                    <a:pt x="68199" y="150971"/>
                    <a:pt x="66008" y="148781"/>
                  </a:cubicBezTo>
                  <a:lnTo>
                    <a:pt x="54864" y="137636"/>
                  </a:lnTo>
                  <a:cubicBezTo>
                    <a:pt x="50483" y="133255"/>
                    <a:pt x="50483" y="126206"/>
                    <a:pt x="54864" y="121920"/>
                  </a:cubicBezTo>
                  <a:cubicBezTo>
                    <a:pt x="59246" y="117539"/>
                    <a:pt x="66294" y="117539"/>
                    <a:pt x="70580" y="121920"/>
                  </a:cubicBezTo>
                  <a:lnTo>
                    <a:pt x="73819" y="125159"/>
                  </a:lnTo>
                  <a:lnTo>
                    <a:pt x="99346" y="99632"/>
                  </a:lnTo>
                  <a:cubicBezTo>
                    <a:pt x="103727" y="95250"/>
                    <a:pt x="110776" y="95250"/>
                    <a:pt x="115062" y="99632"/>
                  </a:cubicBezTo>
                  <a:cubicBezTo>
                    <a:pt x="119634" y="103918"/>
                    <a:pt x="119634" y="110966"/>
                    <a:pt x="115253" y="115348"/>
                  </a:cubicBezTo>
                  <a:close/>
                  <a:moveTo>
                    <a:pt x="241173" y="320707"/>
                  </a:moveTo>
                  <a:lnTo>
                    <a:pt x="152019" y="320707"/>
                  </a:lnTo>
                  <a:cubicBezTo>
                    <a:pt x="145828" y="320707"/>
                    <a:pt x="140875" y="315754"/>
                    <a:pt x="140875" y="309563"/>
                  </a:cubicBezTo>
                  <a:cubicBezTo>
                    <a:pt x="140875" y="303371"/>
                    <a:pt x="145828" y="298418"/>
                    <a:pt x="152019" y="298418"/>
                  </a:cubicBezTo>
                  <a:lnTo>
                    <a:pt x="241173" y="298418"/>
                  </a:lnTo>
                  <a:cubicBezTo>
                    <a:pt x="247364" y="298418"/>
                    <a:pt x="252317" y="303371"/>
                    <a:pt x="252317" y="309563"/>
                  </a:cubicBezTo>
                  <a:cubicBezTo>
                    <a:pt x="252317" y="315754"/>
                    <a:pt x="247269" y="320707"/>
                    <a:pt x="241173" y="320707"/>
                  </a:cubicBezTo>
                  <a:close/>
                  <a:moveTo>
                    <a:pt x="241173" y="230791"/>
                  </a:moveTo>
                  <a:lnTo>
                    <a:pt x="152019" y="230791"/>
                  </a:lnTo>
                  <a:cubicBezTo>
                    <a:pt x="145828" y="230791"/>
                    <a:pt x="140875" y="225838"/>
                    <a:pt x="140875" y="219647"/>
                  </a:cubicBezTo>
                  <a:cubicBezTo>
                    <a:pt x="140875" y="213455"/>
                    <a:pt x="145828" y="208502"/>
                    <a:pt x="152019" y="208502"/>
                  </a:cubicBezTo>
                  <a:lnTo>
                    <a:pt x="241173" y="208502"/>
                  </a:lnTo>
                  <a:cubicBezTo>
                    <a:pt x="247364" y="208502"/>
                    <a:pt x="252317" y="213455"/>
                    <a:pt x="252317" y="219647"/>
                  </a:cubicBezTo>
                  <a:cubicBezTo>
                    <a:pt x="252317" y="225838"/>
                    <a:pt x="247269" y="230791"/>
                    <a:pt x="241173" y="230791"/>
                  </a:cubicBezTo>
                  <a:close/>
                  <a:moveTo>
                    <a:pt x="241173" y="140875"/>
                  </a:moveTo>
                  <a:lnTo>
                    <a:pt x="152019" y="140875"/>
                  </a:lnTo>
                  <a:cubicBezTo>
                    <a:pt x="145828" y="140875"/>
                    <a:pt x="140875" y="135922"/>
                    <a:pt x="140875" y="129731"/>
                  </a:cubicBezTo>
                  <a:cubicBezTo>
                    <a:pt x="140875" y="123539"/>
                    <a:pt x="145828" y="118586"/>
                    <a:pt x="152019" y="118586"/>
                  </a:cubicBezTo>
                  <a:lnTo>
                    <a:pt x="241173" y="118586"/>
                  </a:lnTo>
                  <a:cubicBezTo>
                    <a:pt x="247364" y="118586"/>
                    <a:pt x="252317" y="123539"/>
                    <a:pt x="252317" y="129731"/>
                  </a:cubicBezTo>
                  <a:cubicBezTo>
                    <a:pt x="252317" y="135922"/>
                    <a:pt x="247269" y="140875"/>
                    <a:pt x="241173" y="140875"/>
                  </a:cubicBezTo>
                  <a:close/>
                </a:path>
              </a:pathLst>
            </a:custGeom>
            <a:grpFill/>
            <a:ln w="9525" cap="flat">
              <a:noFill/>
              <a:prstDash val="solid"/>
              <a:miter/>
            </a:ln>
          </p:spPr>
          <p:txBody>
            <a:bodyPr rtlCol="0" anchor="ctr"/>
            <a:lstStyle/>
            <a:p>
              <a:endParaRPr lang="ko-KR" altLang="en-US"/>
            </a:p>
          </p:txBody>
        </p:sp>
      </p:grpSp>
      <p:sp>
        <p:nvSpPr>
          <p:cNvPr id="43" name="타원 42">
            <a:extLst>
              <a:ext uri="{FF2B5EF4-FFF2-40B4-BE49-F238E27FC236}">
                <a16:creationId xmlns:a16="http://schemas.microsoft.com/office/drawing/2014/main" id="{497ADA99-4632-451E-A784-44A94A58CA3E}"/>
              </a:ext>
            </a:extLst>
          </p:cNvPr>
          <p:cNvSpPr/>
          <p:nvPr/>
        </p:nvSpPr>
        <p:spPr>
          <a:xfrm>
            <a:off x="8602759" y="253391"/>
            <a:ext cx="1259658" cy="699109"/>
          </a:xfrm>
          <a:prstGeom prst="ellipse">
            <a:avLst/>
          </a:prstGeom>
          <a:solidFill>
            <a:srgbClr val="1DD6A1"/>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400" dirty="0">
              <a:solidFill>
                <a:schemeClr val="bg1"/>
              </a:solidFill>
              <a:latin typeface="+mj-lt"/>
            </a:endParaRPr>
          </a:p>
        </p:txBody>
      </p:sp>
      <p:sp>
        <p:nvSpPr>
          <p:cNvPr id="44" name="직사각형 43">
            <a:extLst>
              <a:ext uri="{FF2B5EF4-FFF2-40B4-BE49-F238E27FC236}">
                <a16:creationId xmlns:a16="http://schemas.microsoft.com/office/drawing/2014/main" id="{21F3A02F-83C9-4B0A-9CC6-4B25E1520AD5}"/>
              </a:ext>
            </a:extLst>
          </p:cNvPr>
          <p:cNvSpPr/>
          <p:nvPr/>
        </p:nvSpPr>
        <p:spPr>
          <a:xfrm>
            <a:off x="7735486" y="4421432"/>
            <a:ext cx="3019600" cy="461665"/>
          </a:xfrm>
          <a:prstGeom prst="rect">
            <a:avLst/>
          </a:prstGeom>
          <a:noFill/>
        </p:spPr>
        <p:txBody>
          <a:bodyPr wrap="square" rtlCol="0">
            <a:spAutoFit/>
          </a:bodyPr>
          <a:lstStyle/>
          <a:p>
            <a:pPr algn="ctr"/>
            <a:endParaRPr lang="en-US" altLang="ko-KR" sz="2400" dirty="0">
              <a:solidFill>
                <a:srgbClr val="163E49"/>
              </a:solidFill>
            </a:endParaRPr>
          </a:p>
        </p:txBody>
      </p:sp>
      <p:grpSp>
        <p:nvGrpSpPr>
          <p:cNvPr id="4" name="그룹 58">
            <a:extLst>
              <a:ext uri="{FF2B5EF4-FFF2-40B4-BE49-F238E27FC236}">
                <a16:creationId xmlns:a16="http://schemas.microsoft.com/office/drawing/2014/main" id="{77EAD875-F97C-4F26-938F-802999C4E8B2}"/>
              </a:ext>
            </a:extLst>
          </p:cNvPr>
          <p:cNvGrpSpPr/>
          <p:nvPr/>
        </p:nvGrpSpPr>
        <p:grpSpPr>
          <a:xfrm>
            <a:off x="8987826" y="356316"/>
            <a:ext cx="531118" cy="531114"/>
            <a:chOff x="752656" y="1562597"/>
            <a:chExt cx="390525" cy="390525"/>
          </a:xfrm>
          <a:solidFill>
            <a:schemeClr val="bg1"/>
          </a:solidFill>
        </p:grpSpPr>
        <p:sp>
          <p:nvSpPr>
            <p:cNvPr id="61" name="자유형: 도형 60">
              <a:extLst>
                <a:ext uri="{FF2B5EF4-FFF2-40B4-BE49-F238E27FC236}">
                  <a16:creationId xmlns:a16="http://schemas.microsoft.com/office/drawing/2014/main" id="{B40C2C3A-89BC-40DC-8064-3B2926B47D8D}"/>
                </a:ext>
              </a:extLst>
            </p:cNvPr>
            <p:cNvSpPr/>
            <p:nvPr/>
          </p:nvSpPr>
          <p:spPr>
            <a:xfrm>
              <a:off x="797621" y="1607153"/>
              <a:ext cx="209550" cy="161925"/>
            </a:xfrm>
            <a:custGeom>
              <a:avLst/>
              <a:gdLst>
                <a:gd name="connsiteX0" fmla="*/ 26568 w 209550"/>
                <a:gd name="connsiteY0" fmla="*/ 159925 h 161925"/>
                <a:gd name="connsiteX1" fmla="*/ 85528 w 209550"/>
                <a:gd name="connsiteY1" fmla="*/ 100965 h 161925"/>
                <a:gd name="connsiteX2" fmla="*/ 102292 w 209550"/>
                <a:gd name="connsiteY2" fmla="*/ 117729 h 161925"/>
                <a:gd name="connsiteX3" fmla="*/ 113437 w 209550"/>
                <a:gd name="connsiteY3" fmla="*/ 117729 h 161925"/>
                <a:gd name="connsiteX4" fmla="*/ 185922 w 209550"/>
                <a:gd name="connsiteY4" fmla="*/ 45244 h 161925"/>
                <a:gd name="connsiteX5" fmla="*/ 185922 w 209550"/>
                <a:gd name="connsiteY5" fmla="*/ 64770 h 161925"/>
                <a:gd name="connsiteX6" fmla="*/ 189065 w 209550"/>
                <a:gd name="connsiteY6" fmla="*/ 71152 h 161925"/>
                <a:gd name="connsiteX7" fmla="*/ 208210 w 209550"/>
                <a:gd name="connsiteY7" fmla="*/ 62865 h 161925"/>
                <a:gd name="connsiteX8" fmla="*/ 208210 w 209550"/>
                <a:gd name="connsiteY8" fmla="*/ 18288 h 161925"/>
                <a:gd name="connsiteX9" fmla="*/ 197066 w 209550"/>
                <a:gd name="connsiteY9" fmla="*/ 7144 h 161925"/>
                <a:gd name="connsiteX10" fmla="*/ 150584 w 209550"/>
                <a:gd name="connsiteY10" fmla="*/ 7144 h 161925"/>
                <a:gd name="connsiteX11" fmla="*/ 144202 w 209550"/>
                <a:gd name="connsiteY11" fmla="*/ 10287 h 161925"/>
                <a:gd name="connsiteX12" fmla="*/ 152489 w 209550"/>
                <a:gd name="connsiteY12" fmla="*/ 29432 h 161925"/>
                <a:gd name="connsiteX13" fmla="*/ 170205 w 209550"/>
                <a:gd name="connsiteY13" fmla="*/ 29432 h 161925"/>
                <a:gd name="connsiteX14" fmla="*/ 107912 w 209550"/>
                <a:gd name="connsiteY14" fmla="*/ 91726 h 161925"/>
                <a:gd name="connsiteX15" fmla="*/ 91148 w 209550"/>
                <a:gd name="connsiteY15" fmla="*/ 74962 h 161925"/>
                <a:gd name="connsiteX16" fmla="*/ 80004 w 209550"/>
                <a:gd name="connsiteY16" fmla="*/ 74962 h 161925"/>
                <a:gd name="connsiteX17" fmla="*/ 9519 w 209550"/>
                <a:gd name="connsiteY17" fmla="*/ 145447 h 161925"/>
                <a:gd name="connsiteX18" fmla="*/ 7233 w 209550"/>
                <a:gd name="connsiteY18" fmla="*/ 152209 h 161925"/>
                <a:gd name="connsiteX19" fmla="*/ 26568 w 209550"/>
                <a:gd name="connsiteY19" fmla="*/ 1599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161925">
                  <a:moveTo>
                    <a:pt x="26568" y="159925"/>
                  </a:moveTo>
                  <a:lnTo>
                    <a:pt x="85528" y="100965"/>
                  </a:lnTo>
                  <a:lnTo>
                    <a:pt x="102292" y="117729"/>
                  </a:lnTo>
                  <a:cubicBezTo>
                    <a:pt x="105340" y="120777"/>
                    <a:pt x="110388" y="120777"/>
                    <a:pt x="113437" y="117729"/>
                  </a:cubicBezTo>
                  <a:lnTo>
                    <a:pt x="185922" y="45244"/>
                  </a:lnTo>
                  <a:lnTo>
                    <a:pt x="185922" y="64770"/>
                  </a:lnTo>
                  <a:cubicBezTo>
                    <a:pt x="185922" y="67246"/>
                    <a:pt x="187065" y="69723"/>
                    <a:pt x="189065" y="71152"/>
                  </a:cubicBezTo>
                  <a:cubicBezTo>
                    <a:pt x="198209" y="77915"/>
                    <a:pt x="208210" y="71533"/>
                    <a:pt x="208210" y="62865"/>
                  </a:cubicBezTo>
                  <a:lnTo>
                    <a:pt x="208210" y="18288"/>
                  </a:lnTo>
                  <a:cubicBezTo>
                    <a:pt x="208210" y="12097"/>
                    <a:pt x="203162" y="7144"/>
                    <a:pt x="197066" y="7144"/>
                  </a:cubicBezTo>
                  <a:lnTo>
                    <a:pt x="150584" y="7144"/>
                  </a:lnTo>
                  <a:cubicBezTo>
                    <a:pt x="148107" y="7144"/>
                    <a:pt x="145631" y="8287"/>
                    <a:pt x="144202" y="10287"/>
                  </a:cubicBezTo>
                  <a:cubicBezTo>
                    <a:pt x="137439" y="19431"/>
                    <a:pt x="143821" y="29432"/>
                    <a:pt x="152489" y="29432"/>
                  </a:cubicBezTo>
                  <a:lnTo>
                    <a:pt x="170205" y="29432"/>
                  </a:lnTo>
                  <a:lnTo>
                    <a:pt x="107912" y="91726"/>
                  </a:lnTo>
                  <a:lnTo>
                    <a:pt x="91148" y="74962"/>
                  </a:lnTo>
                  <a:cubicBezTo>
                    <a:pt x="88100" y="71914"/>
                    <a:pt x="83052" y="71914"/>
                    <a:pt x="80004" y="74962"/>
                  </a:cubicBezTo>
                  <a:lnTo>
                    <a:pt x="9519" y="145447"/>
                  </a:lnTo>
                  <a:cubicBezTo>
                    <a:pt x="7709" y="147256"/>
                    <a:pt x="6852" y="149733"/>
                    <a:pt x="7233" y="152209"/>
                  </a:cubicBezTo>
                  <a:cubicBezTo>
                    <a:pt x="8852" y="163544"/>
                    <a:pt x="20377" y="166116"/>
                    <a:pt x="26568" y="159925"/>
                  </a:cubicBezTo>
                  <a:close/>
                </a:path>
              </a:pathLst>
            </a:custGeom>
            <a:grpFill/>
            <a:ln w="9525" cap="flat">
              <a:noFill/>
              <a:prstDash val="solid"/>
              <a:miter/>
            </a:ln>
          </p:spPr>
          <p:txBody>
            <a:bodyPr rtlCol="0" anchor="ctr"/>
            <a:lstStyle/>
            <a:p>
              <a:endParaRPr lang="ko-KR" altLang="en-US"/>
            </a:p>
          </p:txBody>
        </p:sp>
        <p:sp>
          <p:nvSpPr>
            <p:cNvPr id="62" name="자유형: 도형 61">
              <a:extLst>
                <a:ext uri="{FF2B5EF4-FFF2-40B4-BE49-F238E27FC236}">
                  <a16:creationId xmlns:a16="http://schemas.microsoft.com/office/drawing/2014/main" id="{96D21F43-D360-4ABE-BB12-4B89650A370D}"/>
                </a:ext>
              </a:extLst>
            </p:cNvPr>
            <p:cNvSpPr/>
            <p:nvPr/>
          </p:nvSpPr>
          <p:spPr>
            <a:xfrm>
              <a:off x="797995" y="1807749"/>
              <a:ext cx="95250" cy="104775"/>
            </a:xfrm>
            <a:custGeom>
              <a:avLst/>
              <a:gdLst>
                <a:gd name="connsiteX0" fmla="*/ 18288 w 95250"/>
                <a:gd name="connsiteY0" fmla="*/ 97822 h 104775"/>
                <a:gd name="connsiteX1" fmla="*/ 85154 w 95250"/>
                <a:gd name="connsiteY1" fmla="*/ 97822 h 104775"/>
                <a:gd name="connsiteX2" fmla="*/ 96298 w 95250"/>
                <a:gd name="connsiteY2" fmla="*/ 86677 h 104775"/>
                <a:gd name="connsiteX3" fmla="*/ 96298 w 95250"/>
                <a:gd name="connsiteY3" fmla="*/ 18288 h 104775"/>
                <a:gd name="connsiteX4" fmla="*/ 85154 w 95250"/>
                <a:gd name="connsiteY4" fmla="*/ 7144 h 104775"/>
                <a:gd name="connsiteX5" fmla="*/ 18288 w 95250"/>
                <a:gd name="connsiteY5" fmla="*/ 7144 h 104775"/>
                <a:gd name="connsiteX6" fmla="*/ 7144 w 95250"/>
                <a:gd name="connsiteY6" fmla="*/ 18288 h 104775"/>
                <a:gd name="connsiteX7" fmla="*/ 7144 w 95250"/>
                <a:gd name="connsiteY7" fmla="*/ 86677 h 104775"/>
                <a:gd name="connsiteX8" fmla="*/ 18288 w 95250"/>
                <a:gd name="connsiteY8" fmla="*/ 97822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04775">
                  <a:moveTo>
                    <a:pt x="18288" y="97822"/>
                  </a:moveTo>
                  <a:lnTo>
                    <a:pt x="85154" y="97822"/>
                  </a:lnTo>
                  <a:cubicBezTo>
                    <a:pt x="91345" y="97822"/>
                    <a:pt x="96298" y="92869"/>
                    <a:pt x="96298" y="86677"/>
                  </a:cubicBezTo>
                  <a:lnTo>
                    <a:pt x="96298" y="18288"/>
                  </a:lnTo>
                  <a:cubicBezTo>
                    <a:pt x="96298" y="12097"/>
                    <a:pt x="91345" y="7144"/>
                    <a:pt x="85154" y="7144"/>
                  </a:cubicBezTo>
                  <a:lnTo>
                    <a:pt x="18288" y="7144"/>
                  </a:lnTo>
                  <a:cubicBezTo>
                    <a:pt x="12097" y="7144"/>
                    <a:pt x="7144" y="12097"/>
                    <a:pt x="7144" y="18288"/>
                  </a:cubicBezTo>
                  <a:lnTo>
                    <a:pt x="7144" y="86677"/>
                  </a:lnTo>
                  <a:cubicBezTo>
                    <a:pt x="7144" y="92773"/>
                    <a:pt x="12097" y="97822"/>
                    <a:pt x="18288" y="97822"/>
                  </a:cubicBezTo>
                  <a:close/>
                </a:path>
              </a:pathLst>
            </a:custGeom>
            <a:grpFill/>
            <a:ln w="9525" cap="flat">
              <a:noFill/>
              <a:prstDash val="solid"/>
              <a:miter/>
            </a:ln>
          </p:spPr>
          <p:txBody>
            <a:bodyPr rtlCol="0" anchor="ctr"/>
            <a:lstStyle/>
            <a:p>
              <a:endParaRPr lang="ko-KR" altLang="en-US"/>
            </a:p>
          </p:txBody>
        </p:sp>
        <p:sp>
          <p:nvSpPr>
            <p:cNvPr id="63" name="자유형: 도형 62">
              <a:extLst>
                <a:ext uri="{FF2B5EF4-FFF2-40B4-BE49-F238E27FC236}">
                  <a16:creationId xmlns:a16="http://schemas.microsoft.com/office/drawing/2014/main" id="{DD031E5A-345F-493F-A0B8-5C56E5263E09}"/>
                </a:ext>
              </a:extLst>
            </p:cNvPr>
            <p:cNvSpPr/>
            <p:nvPr/>
          </p:nvSpPr>
          <p:spPr>
            <a:xfrm>
              <a:off x="909438" y="1740884"/>
              <a:ext cx="95250" cy="171450"/>
            </a:xfrm>
            <a:custGeom>
              <a:avLst/>
              <a:gdLst>
                <a:gd name="connsiteX0" fmla="*/ 85153 w 95250"/>
                <a:gd name="connsiteY0" fmla="*/ 7144 h 171450"/>
                <a:gd name="connsiteX1" fmla="*/ 18288 w 95250"/>
                <a:gd name="connsiteY1" fmla="*/ 7144 h 171450"/>
                <a:gd name="connsiteX2" fmla="*/ 7144 w 95250"/>
                <a:gd name="connsiteY2" fmla="*/ 18288 h 171450"/>
                <a:gd name="connsiteX3" fmla="*/ 7144 w 95250"/>
                <a:gd name="connsiteY3" fmla="*/ 153543 h 171450"/>
                <a:gd name="connsiteX4" fmla="*/ 18288 w 95250"/>
                <a:gd name="connsiteY4" fmla="*/ 164687 h 171450"/>
                <a:gd name="connsiteX5" fmla="*/ 85153 w 95250"/>
                <a:gd name="connsiteY5" fmla="*/ 164687 h 171450"/>
                <a:gd name="connsiteX6" fmla="*/ 96298 w 95250"/>
                <a:gd name="connsiteY6" fmla="*/ 153543 h 171450"/>
                <a:gd name="connsiteX7" fmla="*/ 96298 w 95250"/>
                <a:gd name="connsiteY7" fmla="*/ 18288 h 171450"/>
                <a:gd name="connsiteX8" fmla="*/ 85153 w 95250"/>
                <a:gd name="connsiteY8" fmla="*/ 714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71450">
                  <a:moveTo>
                    <a:pt x="85153" y="7144"/>
                  </a:moveTo>
                  <a:lnTo>
                    <a:pt x="18288" y="7144"/>
                  </a:lnTo>
                  <a:cubicBezTo>
                    <a:pt x="12097" y="7144"/>
                    <a:pt x="7144" y="12097"/>
                    <a:pt x="7144" y="18288"/>
                  </a:cubicBezTo>
                  <a:lnTo>
                    <a:pt x="7144" y="153543"/>
                  </a:lnTo>
                  <a:cubicBezTo>
                    <a:pt x="7144" y="159734"/>
                    <a:pt x="12097" y="164687"/>
                    <a:pt x="18288" y="164687"/>
                  </a:cubicBezTo>
                  <a:lnTo>
                    <a:pt x="85153" y="164687"/>
                  </a:lnTo>
                  <a:cubicBezTo>
                    <a:pt x="91345" y="164687"/>
                    <a:pt x="96298" y="159734"/>
                    <a:pt x="96298" y="153543"/>
                  </a:cubicBezTo>
                  <a:lnTo>
                    <a:pt x="96298" y="18288"/>
                  </a:lnTo>
                  <a:cubicBezTo>
                    <a:pt x="96298" y="12192"/>
                    <a:pt x="91345" y="7144"/>
                    <a:pt x="85153" y="7144"/>
                  </a:cubicBezTo>
                  <a:close/>
                </a:path>
              </a:pathLst>
            </a:custGeom>
            <a:grpFill/>
            <a:ln w="9525" cap="flat">
              <a:noFill/>
              <a:prstDash val="solid"/>
              <a:miter/>
            </a:ln>
          </p:spPr>
          <p:txBody>
            <a:bodyPr rtlCol="0" anchor="ctr"/>
            <a:lstStyle/>
            <a:p>
              <a:endParaRPr lang="ko-KR" altLang="en-US"/>
            </a:p>
          </p:txBody>
        </p:sp>
        <p:sp>
          <p:nvSpPr>
            <p:cNvPr id="64" name="자유형: 도형 63">
              <a:extLst>
                <a:ext uri="{FF2B5EF4-FFF2-40B4-BE49-F238E27FC236}">
                  <a16:creationId xmlns:a16="http://schemas.microsoft.com/office/drawing/2014/main" id="{239D6C9F-948D-4107-AAA7-82DAFEC44B3B}"/>
                </a:ext>
              </a:extLst>
            </p:cNvPr>
            <p:cNvSpPr/>
            <p:nvPr/>
          </p:nvSpPr>
          <p:spPr>
            <a:xfrm>
              <a:off x="998589" y="1607534"/>
              <a:ext cx="142875" cy="304800"/>
            </a:xfrm>
            <a:custGeom>
              <a:avLst/>
              <a:gdLst>
                <a:gd name="connsiteX0" fmla="*/ 18291 w 142875"/>
                <a:gd name="connsiteY0" fmla="*/ 118205 h 304800"/>
                <a:gd name="connsiteX1" fmla="*/ 29435 w 142875"/>
                <a:gd name="connsiteY1" fmla="*/ 118205 h 304800"/>
                <a:gd name="connsiteX2" fmla="*/ 29435 w 142875"/>
                <a:gd name="connsiteY2" fmla="*/ 286893 h 304800"/>
                <a:gd name="connsiteX3" fmla="*/ 40580 w 142875"/>
                <a:gd name="connsiteY3" fmla="*/ 298037 h 304800"/>
                <a:gd name="connsiteX4" fmla="*/ 108207 w 142875"/>
                <a:gd name="connsiteY4" fmla="*/ 298037 h 304800"/>
                <a:gd name="connsiteX5" fmla="*/ 119352 w 142875"/>
                <a:gd name="connsiteY5" fmla="*/ 286893 h 304800"/>
                <a:gd name="connsiteX6" fmla="*/ 119352 w 142875"/>
                <a:gd name="connsiteY6" fmla="*/ 118205 h 304800"/>
                <a:gd name="connsiteX7" fmla="*/ 130496 w 142875"/>
                <a:gd name="connsiteY7" fmla="*/ 118205 h 304800"/>
                <a:gd name="connsiteX8" fmla="*/ 140211 w 142875"/>
                <a:gd name="connsiteY8" fmla="*/ 112490 h 304800"/>
                <a:gd name="connsiteX9" fmla="*/ 139926 w 142875"/>
                <a:gd name="connsiteY9" fmla="*/ 101156 h 304800"/>
                <a:gd name="connsiteX10" fmla="*/ 83442 w 142875"/>
                <a:gd name="connsiteY10" fmla="*/ 12002 h 304800"/>
                <a:gd name="connsiteX11" fmla="*/ 64583 w 142875"/>
                <a:gd name="connsiteY11" fmla="*/ 12002 h 304800"/>
                <a:gd name="connsiteX12" fmla="*/ 8861 w 142875"/>
                <a:gd name="connsiteY12" fmla="*/ 101156 h 304800"/>
                <a:gd name="connsiteX13" fmla="*/ 8576 w 142875"/>
                <a:gd name="connsiteY13" fmla="*/ 112490 h 304800"/>
                <a:gd name="connsiteX14" fmla="*/ 18291 w 142875"/>
                <a:gd name="connsiteY14" fmla="*/ 118205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875" h="304800">
                  <a:moveTo>
                    <a:pt x="18291" y="118205"/>
                  </a:moveTo>
                  <a:lnTo>
                    <a:pt x="29435" y="118205"/>
                  </a:lnTo>
                  <a:lnTo>
                    <a:pt x="29435" y="286893"/>
                  </a:lnTo>
                  <a:cubicBezTo>
                    <a:pt x="29435" y="293084"/>
                    <a:pt x="34388" y="298037"/>
                    <a:pt x="40580" y="298037"/>
                  </a:cubicBezTo>
                  <a:lnTo>
                    <a:pt x="108207" y="298037"/>
                  </a:lnTo>
                  <a:cubicBezTo>
                    <a:pt x="114398" y="298037"/>
                    <a:pt x="119352" y="293084"/>
                    <a:pt x="119352" y="286893"/>
                  </a:cubicBezTo>
                  <a:lnTo>
                    <a:pt x="119352" y="118205"/>
                  </a:lnTo>
                  <a:lnTo>
                    <a:pt x="130496" y="118205"/>
                  </a:lnTo>
                  <a:cubicBezTo>
                    <a:pt x="134591" y="118205"/>
                    <a:pt x="138306" y="116014"/>
                    <a:pt x="140211" y="112490"/>
                  </a:cubicBezTo>
                  <a:cubicBezTo>
                    <a:pt x="142212" y="108966"/>
                    <a:pt x="142021" y="104585"/>
                    <a:pt x="139926" y="101156"/>
                  </a:cubicBezTo>
                  <a:lnTo>
                    <a:pt x="83442" y="12002"/>
                  </a:lnTo>
                  <a:cubicBezTo>
                    <a:pt x="79346" y="5524"/>
                    <a:pt x="68583" y="5524"/>
                    <a:pt x="64583" y="12002"/>
                  </a:cubicBezTo>
                  <a:lnTo>
                    <a:pt x="8861" y="101156"/>
                  </a:lnTo>
                  <a:cubicBezTo>
                    <a:pt x="6671" y="104585"/>
                    <a:pt x="6575" y="108966"/>
                    <a:pt x="8576" y="112490"/>
                  </a:cubicBezTo>
                  <a:cubicBezTo>
                    <a:pt x="10481" y="116014"/>
                    <a:pt x="14291" y="118205"/>
                    <a:pt x="18291" y="118205"/>
                  </a:cubicBezTo>
                  <a:close/>
                </a:path>
              </a:pathLst>
            </a:custGeom>
            <a:grpFill/>
            <a:ln w="9525" cap="flat">
              <a:noFill/>
              <a:prstDash val="solid"/>
              <a:miter/>
            </a:ln>
          </p:spPr>
          <p:txBody>
            <a:bodyPr rtlCol="0" anchor="ctr"/>
            <a:lstStyle/>
            <a:p>
              <a:endParaRPr lang="ko-KR" altLang="en-US"/>
            </a:p>
          </p:txBody>
        </p:sp>
        <p:sp>
          <p:nvSpPr>
            <p:cNvPr id="65" name="자유형: 도형 64">
              <a:extLst>
                <a:ext uri="{FF2B5EF4-FFF2-40B4-BE49-F238E27FC236}">
                  <a16:creationId xmlns:a16="http://schemas.microsoft.com/office/drawing/2014/main" id="{559FFDFC-2986-46CA-9893-F41DF7E8D48C}"/>
                </a:ext>
              </a:extLst>
            </p:cNvPr>
            <p:cNvSpPr/>
            <p:nvPr/>
          </p:nvSpPr>
          <p:spPr>
            <a:xfrm>
              <a:off x="752656" y="1562597"/>
              <a:ext cx="390525" cy="390525"/>
            </a:xfrm>
            <a:custGeom>
              <a:avLst/>
              <a:gdLst>
                <a:gd name="connsiteX0" fmla="*/ 376142 w 390525"/>
                <a:gd name="connsiteY0" fmla="*/ 365262 h 390525"/>
                <a:gd name="connsiteX1" fmla="*/ 29432 w 390525"/>
                <a:gd name="connsiteY1" fmla="*/ 365262 h 390525"/>
                <a:gd name="connsiteX2" fmla="*/ 29432 w 390525"/>
                <a:gd name="connsiteY2" fmla="*/ 18552 h 390525"/>
                <a:gd name="connsiteX3" fmla="*/ 19526 w 390525"/>
                <a:gd name="connsiteY3" fmla="*/ 7218 h 390525"/>
                <a:gd name="connsiteX4" fmla="*/ 7144 w 390525"/>
                <a:gd name="connsiteY4" fmla="*/ 18267 h 390525"/>
                <a:gd name="connsiteX5" fmla="*/ 7144 w 390525"/>
                <a:gd name="connsiteY5" fmla="*/ 376407 h 390525"/>
                <a:gd name="connsiteX6" fmla="*/ 18288 w 390525"/>
                <a:gd name="connsiteY6" fmla="*/ 387551 h 390525"/>
                <a:gd name="connsiteX7" fmla="*/ 376428 w 390525"/>
                <a:gd name="connsiteY7" fmla="*/ 387551 h 390525"/>
                <a:gd name="connsiteX8" fmla="*/ 387477 w 390525"/>
                <a:gd name="connsiteY8" fmla="*/ 375168 h 390525"/>
                <a:gd name="connsiteX9" fmla="*/ 376142 w 390525"/>
                <a:gd name="connsiteY9" fmla="*/ 365262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525" h="390525">
                  <a:moveTo>
                    <a:pt x="376142" y="365262"/>
                  </a:moveTo>
                  <a:lnTo>
                    <a:pt x="29432" y="365262"/>
                  </a:lnTo>
                  <a:lnTo>
                    <a:pt x="29432" y="18552"/>
                  </a:lnTo>
                  <a:cubicBezTo>
                    <a:pt x="29432" y="12837"/>
                    <a:pt x="25241" y="7789"/>
                    <a:pt x="19526" y="7218"/>
                  </a:cubicBezTo>
                  <a:cubicBezTo>
                    <a:pt x="12764" y="6456"/>
                    <a:pt x="7144" y="11694"/>
                    <a:pt x="7144" y="18267"/>
                  </a:cubicBezTo>
                  <a:lnTo>
                    <a:pt x="7144" y="376407"/>
                  </a:lnTo>
                  <a:cubicBezTo>
                    <a:pt x="7144" y="382598"/>
                    <a:pt x="12097" y="387551"/>
                    <a:pt x="18288" y="387551"/>
                  </a:cubicBezTo>
                  <a:lnTo>
                    <a:pt x="376428" y="387551"/>
                  </a:lnTo>
                  <a:cubicBezTo>
                    <a:pt x="383000" y="387551"/>
                    <a:pt x="388239" y="381836"/>
                    <a:pt x="387477" y="375168"/>
                  </a:cubicBezTo>
                  <a:cubicBezTo>
                    <a:pt x="386906" y="369453"/>
                    <a:pt x="381857" y="365262"/>
                    <a:pt x="376142" y="365262"/>
                  </a:cubicBezTo>
                  <a:close/>
                </a:path>
              </a:pathLst>
            </a:custGeom>
            <a:grpFill/>
            <a:ln w="9525" cap="flat">
              <a:noFill/>
              <a:prstDash val="solid"/>
              <a:miter/>
            </a:ln>
          </p:spPr>
          <p:txBody>
            <a:bodyPr rtlCol="0" anchor="ctr"/>
            <a:lstStyle/>
            <a:p>
              <a:endParaRPr lang="ko-KR" altLang="en-US"/>
            </a:p>
          </p:txBody>
        </p:sp>
      </p:grpSp>
      <p:sp>
        <p:nvSpPr>
          <p:cNvPr id="28" name="Овал 27"/>
          <p:cNvSpPr/>
          <p:nvPr/>
        </p:nvSpPr>
        <p:spPr>
          <a:xfrm>
            <a:off x="3873500" y="6858000"/>
            <a:ext cx="4559300" cy="9144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sp>
        <p:nvSpPr>
          <p:cNvPr id="22" name="Прямоугольник 21"/>
          <p:cNvSpPr/>
          <p:nvPr/>
        </p:nvSpPr>
        <p:spPr>
          <a:xfrm>
            <a:off x="495300" y="1177837"/>
            <a:ext cx="5830549" cy="5309146"/>
          </a:xfrm>
          <a:prstGeom prst="rect">
            <a:avLst/>
          </a:prstGeom>
        </p:spPr>
        <p:txBody>
          <a:bodyPr wrap="square" anchor="ctr">
            <a:spAutoFit/>
          </a:bodyPr>
          <a:lstStyle/>
          <a:p>
            <a:pPr indent="-457200" algn="ctr"/>
            <a:r>
              <a:rPr lang="uk-UA" sz="2400" b="1" i="1" dirty="0" smtClean="0">
                <a:solidFill>
                  <a:schemeClr val="tx2">
                    <a:lumMod val="75000"/>
                  </a:schemeClr>
                </a:solidFill>
                <a:latin typeface="+mj-lt"/>
              </a:rPr>
              <a:t>Мета</a:t>
            </a:r>
          </a:p>
          <a:p>
            <a:pPr indent="-457200" algn="ctr"/>
            <a:endParaRPr lang="uk-UA" sz="2400" b="1" i="1" dirty="0" smtClean="0">
              <a:solidFill>
                <a:schemeClr val="tx2">
                  <a:lumMod val="75000"/>
                </a:schemeClr>
              </a:solidFill>
              <a:latin typeface="+mj-lt"/>
            </a:endParaRPr>
          </a:p>
          <a:p>
            <a:pPr indent="-457200" algn="ctr"/>
            <a:r>
              <a:rPr lang="uk-UA" sz="2400" b="1" i="1" dirty="0" smtClean="0">
                <a:solidFill>
                  <a:schemeClr val="tx2">
                    <a:lumMod val="75000"/>
                  </a:schemeClr>
                </a:solidFill>
                <a:latin typeface="+mj-lt"/>
              </a:rPr>
              <a:t>Вивести особистість учня в режим</a:t>
            </a:r>
          </a:p>
          <a:p>
            <a:pPr indent="-457200" algn="ctr"/>
            <a:r>
              <a:rPr lang="uk-UA" sz="2400" b="1" i="1" dirty="0" smtClean="0">
                <a:solidFill>
                  <a:schemeClr val="tx2">
                    <a:lumMod val="75000"/>
                  </a:schemeClr>
                </a:solidFill>
                <a:latin typeface="+mj-lt"/>
              </a:rPr>
              <a:t> самовдосконалення, сформувати </a:t>
            </a:r>
          </a:p>
          <a:p>
            <a:pPr indent="-457200" algn="ctr"/>
            <a:r>
              <a:rPr lang="uk-UA" sz="2400" b="1" i="1" dirty="0" smtClean="0">
                <a:solidFill>
                  <a:schemeClr val="tx2">
                    <a:lumMod val="75000"/>
                  </a:schemeClr>
                </a:solidFill>
                <a:latin typeface="+mj-lt"/>
              </a:rPr>
              <a:t>конкурентоспроможну особистість</a:t>
            </a:r>
          </a:p>
          <a:p>
            <a:pPr indent="-457200" algn="ctr"/>
            <a:r>
              <a:rPr lang="uk-UA" sz="2400" b="1" i="1" dirty="0" smtClean="0">
                <a:solidFill>
                  <a:schemeClr val="tx2">
                    <a:lumMod val="75000"/>
                  </a:schemeClr>
                </a:solidFill>
                <a:latin typeface="+mj-lt"/>
              </a:rPr>
              <a:t> з постійною потребою у самореалізації </a:t>
            </a:r>
          </a:p>
          <a:p>
            <a:pPr indent="-457200" algn="ctr"/>
            <a:r>
              <a:rPr lang="uk-UA" sz="2400" b="1" i="1" dirty="0" smtClean="0">
                <a:solidFill>
                  <a:schemeClr val="tx2">
                    <a:lumMod val="75000"/>
                  </a:schemeClr>
                </a:solidFill>
                <a:latin typeface="+mj-lt"/>
              </a:rPr>
              <a:t>та самовихованні.    </a:t>
            </a:r>
          </a:p>
          <a:p>
            <a:pPr marL="457200" indent="-457200" algn="ctr">
              <a:spcBef>
                <a:spcPct val="50000"/>
              </a:spcBef>
            </a:pPr>
            <a:endParaRPr lang="uk-UA" sz="2400" dirty="0" smtClean="0">
              <a:solidFill>
                <a:schemeClr val="tx2">
                  <a:lumMod val="75000"/>
                </a:schemeClr>
              </a:solidFill>
              <a:latin typeface="+mj-lt"/>
            </a:endParaRPr>
          </a:p>
          <a:p>
            <a:pPr marL="457200" indent="-457200">
              <a:spcBef>
                <a:spcPct val="50000"/>
              </a:spcBef>
            </a:pPr>
            <a:endParaRPr lang="uk-UA" dirty="0" smtClean="0">
              <a:solidFill>
                <a:srgbClr val="993300"/>
              </a:solidFill>
              <a:latin typeface="Tahoma" pitchFamily="34" charset="0"/>
            </a:endParaRPr>
          </a:p>
          <a:p>
            <a:pPr marL="457200" indent="-457200">
              <a:spcBef>
                <a:spcPct val="50000"/>
              </a:spcBef>
            </a:pPr>
            <a:endParaRPr lang="uk-UA" dirty="0" smtClean="0">
              <a:solidFill>
                <a:srgbClr val="993300"/>
              </a:solidFill>
              <a:latin typeface="Tahoma" pitchFamily="34" charset="0"/>
            </a:endParaRPr>
          </a:p>
          <a:p>
            <a:pPr marL="457200" indent="-457200">
              <a:spcBef>
                <a:spcPct val="50000"/>
              </a:spcBef>
            </a:pPr>
            <a:endParaRPr lang="uk-UA" dirty="0" smtClean="0">
              <a:solidFill>
                <a:srgbClr val="993300"/>
              </a:solidFill>
              <a:latin typeface="Tahoma" pitchFamily="34" charset="0"/>
            </a:endParaRPr>
          </a:p>
          <a:p>
            <a:pPr marL="457200" indent="-457200">
              <a:spcBef>
                <a:spcPct val="50000"/>
              </a:spcBef>
            </a:pPr>
            <a:endParaRPr lang="uk-UA" dirty="0" smtClean="0">
              <a:solidFill>
                <a:srgbClr val="993300"/>
              </a:solidFill>
              <a:latin typeface="Tahoma" pitchFamily="34" charset="0"/>
            </a:endParaRPr>
          </a:p>
          <a:p>
            <a:pPr marL="457200" indent="-457200">
              <a:spcBef>
                <a:spcPct val="50000"/>
              </a:spcBef>
            </a:pPr>
            <a:endParaRPr lang="uk-UA" dirty="0">
              <a:solidFill>
                <a:srgbClr val="993300"/>
              </a:solidFill>
              <a:latin typeface="Tahoma" pitchFamily="34" charset="0"/>
            </a:endParaRPr>
          </a:p>
        </p:txBody>
      </p:sp>
      <p:sp>
        <p:nvSpPr>
          <p:cNvPr id="24" name="Text Box 11"/>
          <p:cNvSpPr txBox="1">
            <a:spLocks noChangeArrowheads="1"/>
          </p:cNvSpPr>
          <p:nvPr/>
        </p:nvSpPr>
        <p:spPr bwMode="auto">
          <a:xfrm>
            <a:off x="6553200" y="1214438"/>
            <a:ext cx="5194300" cy="5170646"/>
          </a:xfrm>
          <a:prstGeom prst="rect">
            <a:avLst/>
          </a:prstGeom>
          <a:noFill/>
          <a:ln w="9525">
            <a:noFill/>
            <a:miter lim="800000"/>
            <a:headEnd/>
            <a:tailEnd/>
          </a:ln>
          <a:effectLst/>
        </p:spPr>
        <p:txBody>
          <a:bodyPr wrap="square">
            <a:spAutoFit/>
          </a:bodyPr>
          <a:lstStyle/>
          <a:p>
            <a:pPr marL="342900" indent="-342900" algn="ctr"/>
            <a:r>
              <a:rPr lang="uk-UA" sz="2200" b="1" i="1" dirty="0">
                <a:solidFill>
                  <a:schemeClr val="tx2">
                    <a:lumMod val="75000"/>
                  </a:schemeClr>
                </a:solidFill>
              </a:rPr>
              <a:t>Очікувані результати: </a:t>
            </a:r>
          </a:p>
          <a:p>
            <a:pPr indent="-342900" algn="ctr">
              <a:buFont typeface="Wingdings" pitchFamily="2" charset="2"/>
              <a:buChar char="ü"/>
            </a:pPr>
            <a:r>
              <a:rPr lang="uk-UA" sz="2200" b="1" i="1" dirty="0">
                <a:solidFill>
                  <a:schemeClr val="tx2">
                    <a:lumMod val="75000"/>
                  </a:schemeClr>
                </a:solidFill>
              </a:rPr>
              <a:t>Висока ступінь реалізації </a:t>
            </a:r>
            <a:r>
              <a:rPr lang="uk-UA" sz="2200" b="1" i="1" dirty="0" smtClean="0">
                <a:solidFill>
                  <a:schemeClr val="tx2">
                    <a:lumMod val="75000"/>
                  </a:schemeClr>
                </a:solidFill>
              </a:rPr>
              <a:t>освітнім</a:t>
            </a:r>
          </a:p>
          <a:p>
            <a:pPr indent="-342900" algn="ctr"/>
            <a:r>
              <a:rPr lang="uk-UA" sz="2200" b="1" i="1" dirty="0" smtClean="0">
                <a:solidFill>
                  <a:schemeClr val="tx2">
                    <a:lumMod val="75000"/>
                  </a:schemeClr>
                </a:solidFill>
              </a:rPr>
              <a:t> </a:t>
            </a:r>
            <a:r>
              <a:rPr lang="uk-UA" sz="2200" b="1" i="1" dirty="0">
                <a:solidFill>
                  <a:schemeClr val="tx2">
                    <a:lumMod val="75000"/>
                  </a:schemeClr>
                </a:solidFill>
              </a:rPr>
              <a:t>середовищем фізичних, розумових,</a:t>
            </a:r>
          </a:p>
          <a:p>
            <a:pPr indent="-342900" algn="ctr"/>
            <a:r>
              <a:rPr lang="uk-UA" sz="2200" b="1" i="1" dirty="0">
                <a:solidFill>
                  <a:schemeClr val="tx2">
                    <a:lumMod val="75000"/>
                  </a:schemeClr>
                </a:solidFill>
              </a:rPr>
              <a:t>естетичних, моральних і </a:t>
            </a:r>
            <a:r>
              <a:rPr lang="uk-UA" sz="2200" b="1" i="1" dirty="0" smtClean="0">
                <a:solidFill>
                  <a:schemeClr val="tx2">
                    <a:lumMod val="75000"/>
                  </a:schemeClr>
                </a:solidFill>
              </a:rPr>
              <a:t>духовних</a:t>
            </a:r>
          </a:p>
          <a:p>
            <a:pPr indent="-342900" algn="ctr"/>
            <a:r>
              <a:rPr lang="uk-UA" sz="2200" b="1" i="1" dirty="0" smtClean="0">
                <a:solidFill>
                  <a:schemeClr val="tx2">
                    <a:lumMod val="75000"/>
                  </a:schemeClr>
                </a:solidFill>
              </a:rPr>
              <a:t> </a:t>
            </a:r>
            <a:r>
              <a:rPr lang="uk-UA" sz="2200" b="1" i="1" dirty="0">
                <a:solidFill>
                  <a:schemeClr val="tx2">
                    <a:lumMod val="75000"/>
                  </a:schemeClr>
                </a:solidFill>
              </a:rPr>
              <a:t>можливостей кожного вихованця;</a:t>
            </a:r>
          </a:p>
          <a:p>
            <a:pPr indent="-342900" algn="ctr">
              <a:buFont typeface="Wingdings" pitchFamily="2" charset="2"/>
              <a:buChar char="ü"/>
            </a:pPr>
            <a:r>
              <a:rPr lang="uk-UA" sz="2200" b="1" i="1" dirty="0" smtClean="0">
                <a:solidFill>
                  <a:schemeClr val="tx2">
                    <a:lumMod val="75000"/>
                  </a:schemeClr>
                </a:solidFill>
              </a:rPr>
              <a:t>Психосоціальне </a:t>
            </a:r>
            <a:r>
              <a:rPr lang="uk-UA" sz="2200" b="1" i="1" dirty="0">
                <a:solidFill>
                  <a:schemeClr val="tx2">
                    <a:lumMod val="75000"/>
                  </a:schemeClr>
                </a:solidFill>
              </a:rPr>
              <a:t>зростання учасників </a:t>
            </a:r>
            <a:endParaRPr lang="uk-UA" sz="2200" b="1" i="1" dirty="0" smtClean="0">
              <a:solidFill>
                <a:schemeClr val="tx2">
                  <a:lumMod val="75000"/>
                </a:schemeClr>
              </a:solidFill>
            </a:endParaRPr>
          </a:p>
          <a:p>
            <a:pPr indent="-342900" algn="ctr"/>
            <a:r>
              <a:rPr lang="uk-UA" sz="2200" b="1" i="1" dirty="0" smtClean="0">
                <a:solidFill>
                  <a:schemeClr val="tx2">
                    <a:lumMod val="75000"/>
                  </a:schemeClr>
                </a:solidFill>
              </a:rPr>
              <a:t>навчально-виховного </a:t>
            </a:r>
            <a:r>
              <a:rPr lang="uk-UA" sz="2200" b="1" i="1" dirty="0">
                <a:solidFill>
                  <a:schemeClr val="tx2">
                    <a:lumMod val="75000"/>
                  </a:schemeClr>
                </a:solidFill>
              </a:rPr>
              <a:t>процесу, </a:t>
            </a:r>
          </a:p>
          <a:p>
            <a:pPr indent="-342900" algn="ctr">
              <a:buFont typeface="Wingdings" pitchFamily="2" charset="2"/>
              <a:buChar char="ü"/>
            </a:pPr>
            <a:r>
              <a:rPr lang="uk-UA" sz="2200" b="1" i="1" dirty="0" smtClean="0">
                <a:solidFill>
                  <a:schemeClr val="tx2">
                    <a:lumMod val="75000"/>
                  </a:schemeClr>
                </a:solidFill>
              </a:rPr>
              <a:t>Самореалізації їхніх </a:t>
            </a:r>
            <a:r>
              <a:rPr lang="uk-UA" sz="2200" b="1" i="1" dirty="0">
                <a:solidFill>
                  <a:schemeClr val="tx2">
                    <a:lumMod val="75000"/>
                  </a:schemeClr>
                </a:solidFill>
              </a:rPr>
              <a:t>позитивних </a:t>
            </a:r>
            <a:endParaRPr lang="uk-UA" sz="2200" b="1" i="1" dirty="0" smtClean="0">
              <a:solidFill>
                <a:schemeClr val="tx2">
                  <a:lumMod val="75000"/>
                </a:schemeClr>
              </a:solidFill>
            </a:endParaRPr>
          </a:p>
          <a:p>
            <a:pPr indent="-342900" algn="ctr"/>
            <a:r>
              <a:rPr lang="uk-UA" sz="2200" b="1" i="1" dirty="0" smtClean="0">
                <a:solidFill>
                  <a:schemeClr val="tx2">
                    <a:lumMod val="75000"/>
                  </a:schemeClr>
                </a:solidFill>
              </a:rPr>
              <a:t>природних </a:t>
            </a:r>
            <a:r>
              <a:rPr lang="uk-UA" sz="2200" b="1" i="1" dirty="0">
                <a:solidFill>
                  <a:schemeClr val="tx2">
                    <a:lumMod val="75000"/>
                  </a:schemeClr>
                </a:solidFill>
              </a:rPr>
              <a:t>нахилів і соціальних </a:t>
            </a:r>
            <a:endParaRPr lang="uk-UA" sz="2200" b="1" i="1" dirty="0" smtClean="0">
              <a:solidFill>
                <a:schemeClr val="tx2">
                  <a:lumMod val="75000"/>
                </a:schemeClr>
              </a:solidFill>
            </a:endParaRPr>
          </a:p>
          <a:p>
            <a:pPr indent="-342900" algn="ctr"/>
            <a:r>
              <a:rPr lang="uk-UA" sz="2200" b="1" i="1" dirty="0" smtClean="0">
                <a:solidFill>
                  <a:schemeClr val="tx2">
                    <a:lumMod val="75000"/>
                  </a:schemeClr>
                </a:solidFill>
              </a:rPr>
              <a:t>здібностей</a:t>
            </a:r>
            <a:endParaRPr lang="uk-UA" sz="2200" b="1" i="1" dirty="0">
              <a:solidFill>
                <a:schemeClr val="tx2">
                  <a:lumMod val="75000"/>
                </a:schemeClr>
              </a:solidFill>
            </a:endParaRPr>
          </a:p>
          <a:p>
            <a:pPr indent="-342900" algn="ctr">
              <a:buFont typeface="Wingdings" pitchFamily="2" charset="2"/>
              <a:buChar char="ü"/>
            </a:pPr>
            <a:r>
              <a:rPr lang="uk-UA" sz="2200" b="1" i="1" dirty="0" smtClean="0">
                <a:solidFill>
                  <a:schemeClr val="tx2">
                    <a:lumMod val="75000"/>
                  </a:schemeClr>
                </a:solidFill>
              </a:rPr>
              <a:t>Формування </a:t>
            </a:r>
            <a:r>
              <a:rPr lang="uk-UA" sz="2200" b="1" i="1" dirty="0">
                <a:solidFill>
                  <a:schemeClr val="tx2">
                    <a:lumMod val="75000"/>
                  </a:schemeClr>
                </a:solidFill>
              </a:rPr>
              <a:t>у переважної більшості </a:t>
            </a:r>
            <a:endParaRPr lang="uk-UA" sz="2200" b="1" i="1" dirty="0" smtClean="0">
              <a:solidFill>
                <a:schemeClr val="tx2">
                  <a:lumMod val="75000"/>
                </a:schemeClr>
              </a:solidFill>
            </a:endParaRPr>
          </a:p>
          <a:p>
            <a:pPr indent="-342900" algn="ctr"/>
            <a:r>
              <a:rPr lang="uk-UA" sz="2200" b="1" i="1" dirty="0" smtClean="0">
                <a:solidFill>
                  <a:schemeClr val="tx2">
                    <a:lumMod val="75000"/>
                  </a:schemeClr>
                </a:solidFill>
              </a:rPr>
              <a:t>учнів</a:t>
            </a:r>
          </a:p>
          <a:p>
            <a:pPr indent="-342900" algn="ctr"/>
            <a:r>
              <a:rPr lang="uk-UA" sz="2200" b="1" i="1" dirty="0" smtClean="0">
                <a:solidFill>
                  <a:schemeClr val="tx2">
                    <a:lumMod val="75000"/>
                  </a:schemeClr>
                </a:solidFill>
              </a:rPr>
              <a:t>педагогів </a:t>
            </a:r>
            <a:r>
              <a:rPr lang="uk-UA" sz="2200" b="1" i="1" dirty="0">
                <a:solidFill>
                  <a:schemeClr val="tx2">
                    <a:lumMod val="75000"/>
                  </a:schemeClr>
                </a:solidFill>
              </a:rPr>
              <a:t>та батьків </a:t>
            </a:r>
          </a:p>
          <a:p>
            <a:pPr indent="-342900" algn="ctr"/>
            <a:r>
              <a:rPr lang="uk-UA" sz="2200" b="1" i="1" dirty="0" smtClean="0">
                <a:solidFill>
                  <a:schemeClr val="tx2">
                    <a:lumMod val="75000"/>
                  </a:schemeClr>
                </a:solidFill>
              </a:rPr>
              <a:t>позитивного </a:t>
            </a:r>
            <a:r>
              <a:rPr lang="uk-UA" sz="2200" b="1" i="1" dirty="0">
                <a:solidFill>
                  <a:schemeClr val="tx2">
                    <a:lumMod val="75000"/>
                  </a:schemeClr>
                </a:solidFill>
              </a:rPr>
              <a:t>ставлення до школи </a:t>
            </a:r>
            <a:endParaRPr lang="uk-UA" sz="2200" b="1" i="1" dirty="0" smtClean="0">
              <a:solidFill>
                <a:schemeClr val="tx2">
                  <a:lumMod val="75000"/>
                </a:schemeClr>
              </a:solidFill>
            </a:endParaRPr>
          </a:p>
          <a:p>
            <a:pPr indent="-342900" algn="ctr"/>
            <a:r>
              <a:rPr lang="uk-UA" sz="2200" b="1" i="1" dirty="0" smtClean="0">
                <a:solidFill>
                  <a:schemeClr val="tx2">
                    <a:lumMod val="75000"/>
                  </a:schemeClr>
                </a:solidFill>
              </a:rPr>
              <a:t>та </a:t>
            </a:r>
            <a:r>
              <a:rPr lang="uk-UA" sz="2200" b="1" i="1" dirty="0">
                <a:solidFill>
                  <a:schemeClr val="tx2">
                    <a:lumMod val="75000"/>
                  </a:schemeClr>
                </a:solidFill>
              </a:rPr>
              <a:t>її </a:t>
            </a:r>
            <a:r>
              <a:rPr lang="uk-UA" sz="2200" b="1" i="1" dirty="0" smtClean="0">
                <a:solidFill>
                  <a:schemeClr val="tx2">
                    <a:lumMod val="75000"/>
                  </a:schemeClr>
                </a:solidFill>
              </a:rPr>
              <a:t>вимог</a:t>
            </a:r>
            <a:r>
              <a:rPr lang="uk-UA" sz="2200" b="1" i="1" dirty="0">
                <a:solidFill>
                  <a:schemeClr val="tx2">
                    <a:lumMod val="75000"/>
                  </a:schemeClr>
                </a:solidFill>
              </a:rPr>
              <a:t>. </a:t>
            </a:r>
            <a:endParaRPr lang="ru-RU" sz="2200" b="1" i="1" dirty="0">
              <a:solidFill>
                <a:schemeClr val="tx2">
                  <a:lumMod val="75000"/>
                </a:schemeClr>
              </a:solidFill>
            </a:endParaRPr>
          </a:p>
        </p:txBody>
      </p:sp>
      <p:pic>
        <p:nvPicPr>
          <p:cNvPr id="7174" name="Picture 6" descr="C:\Users\user\Desktop\images (2).jpg"/>
          <p:cNvPicPr>
            <a:picLocks noChangeAspect="1" noChangeArrowheads="1"/>
          </p:cNvPicPr>
          <p:nvPr/>
        </p:nvPicPr>
        <p:blipFill>
          <a:blip r:embed="rId2"/>
          <a:srcRect/>
          <a:stretch>
            <a:fillRect/>
          </a:stretch>
        </p:blipFill>
        <p:spPr bwMode="auto">
          <a:xfrm>
            <a:off x="1169233" y="4092315"/>
            <a:ext cx="4227226" cy="2308485"/>
          </a:xfrm>
          <a:prstGeom prst="rect">
            <a:avLst/>
          </a:prstGeom>
          <a:noFill/>
        </p:spPr>
      </p:pic>
    </p:spTree>
    <p:extLst>
      <p:ext uri="{BB962C8B-B14F-4D97-AF65-F5344CB8AC3E}">
        <p14:creationId xmlns:p14="http://schemas.microsoft.com/office/powerpoint/2010/main" val="2393711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8340745"/>
          </a:xfrm>
          <a:prstGeom prst="rect">
            <a:avLst/>
          </a:prstGeom>
        </p:spPr>
        <p:txBody>
          <a:bodyPr wrap="square">
            <a:spAutoFit/>
          </a:bodyPr>
          <a:lstStyle/>
          <a:p>
            <a:pPr algn="ctr">
              <a:buFont typeface="Wingdings" pitchFamily="2" charset="2"/>
              <a:buChar char="ü"/>
            </a:pPr>
            <a:r>
              <a:rPr lang="ru-RU" sz="2400" b="1" dirty="0" smtClean="0">
                <a:solidFill>
                  <a:schemeClr val="tx2">
                    <a:lumMod val="75000"/>
                  </a:schemeClr>
                </a:solidFill>
              </a:rPr>
              <a:t>Психологічні умови та супроводження реалізую за допомогою системи </a:t>
            </a:r>
            <a:r>
              <a:rPr lang="ru-RU" sz="3200" b="1" i="1" dirty="0" smtClean="0">
                <a:solidFill>
                  <a:schemeClr val="tx2">
                    <a:lumMod val="75000"/>
                  </a:schemeClr>
                </a:solidFill>
              </a:rPr>
              <a:t>організаційних, кон</a:t>
            </a:r>
            <a:r>
              <a:rPr lang="uk-UA" sz="3200" b="1" i="1" dirty="0" smtClean="0">
                <a:solidFill>
                  <a:schemeClr val="tx2">
                    <a:lumMod val="75000"/>
                  </a:schemeClr>
                </a:solidFill>
              </a:rPr>
              <a:t>сультаційних,</a:t>
            </a:r>
            <a:r>
              <a:rPr lang="ru-RU" sz="3200" b="1" i="1" dirty="0" smtClean="0">
                <a:solidFill>
                  <a:schemeClr val="tx2">
                    <a:lumMod val="75000"/>
                  </a:schemeClr>
                </a:solidFill>
              </a:rPr>
              <a:t> діагностичних, просвітницьких, профілактичних та розвиваючих</a:t>
            </a:r>
            <a:r>
              <a:rPr lang="ru-RU" sz="3200" b="1" dirty="0" smtClean="0">
                <a:solidFill>
                  <a:schemeClr val="tx2">
                    <a:lumMod val="75000"/>
                  </a:schemeClr>
                </a:solidFill>
              </a:rPr>
              <a:t> </a:t>
            </a:r>
            <a:r>
              <a:rPr lang="ru-RU" sz="2400" b="1" dirty="0" smtClean="0">
                <a:solidFill>
                  <a:schemeClr val="tx2">
                    <a:lumMod val="75000"/>
                  </a:schemeClr>
                </a:solidFill>
              </a:rPr>
              <a:t>заходів для учнів, батьків, педагогів, спрямованих на створення оптимальних умов для формування особистості та саморозвитку учнів. Головним завданням супроводу у цьому підході є створення умов переходу до “самодопомоги”. </a:t>
            </a:r>
          </a:p>
          <a:p>
            <a:pPr algn="ctr">
              <a:buFont typeface="Wingdings" pitchFamily="2" charset="2"/>
              <a:buChar char="ü"/>
            </a:pPr>
            <a:r>
              <a:rPr lang="ru-RU" sz="2400" b="1" dirty="0" smtClean="0">
                <a:solidFill>
                  <a:schemeClr val="tx2">
                    <a:lumMod val="75000"/>
                  </a:schemeClr>
                </a:solidFill>
              </a:rPr>
              <a:t>В процесі психологічного </a:t>
            </a:r>
            <a:r>
              <a:rPr lang="ru-RU" sz="2400" b="1" dirty="0" err="1" smtClean="0">
                <a:solidFill>
                  <a:schemeClr val="tx2">
                    <a:lumMod val="75000"/>
                  </a:schemeClr>
                </a:solidFill>
              </a:rPr>
              <a:t>супроводу</a:t>
            </a:r>
            <a:r>
              <a:rPr lang="ru-RU" sz="2400" b="1" dirty="0" smtClean="0">
                <a:solidFill>
                  <a:schemeClr val="tx2">
                    <a:lumMod val="75000"/>
                  </a:schemeClr>
                </a:solidFill>
              </a:rPr>
              <a:t> </a:t>
            </a:r>
            <a:r>
              <a:rPr lang="ru-RU" sz="2400" b="1" dirty="0" err="1" smtClean="0">
                <a:solidFill>
                  <a:schemeClr val="tx2">
                    <a:lumMod val="75000"/>
                  </a:schemeClr>
                </a:solidFill>
              </a:rPr>
              <a:t>створюємо</a:t>
            </a:r>
            <a:r>
              <a:rPr lang="ru-RU" sz="2400" b="1" dirty="0" smtClean="0">
                <a:solidFill>
                  <a:schemeClr val="tx2">
                    <a:lumMod val="75000"/>
                  </a:schemeClr>
                </a:solidFill>
              </a:rPr>
              <a:t> умови та </a:t>
            </a:r>
            <a:r>
              <a:rPr lang="ru-RU" sz="2400" b="1" dirty="0" err="1" smtClean="0">
                <a:solidFill>
                  <a:schemeClr val="tx2">
                    <a:lumMod val="75000"/>
                  </a:schemeClr>
                </a:solidFill>
              </a:rPr>
              <a:t>надаємо</a:t>
            </a:r>
            <a:r>
              <a:rPr lang="ru-RU" sz="2400" b="1" dirty="0" smtClean="0">
                <a:solidFill>
                  <a:schemeClr val="tx2">
                    <a:lumMod val="75000"/>
                  </a:schemeClr>
                </a:solidFill>
              </a:rPr>
              <a:t> учням підтримку для переходу від позиції "я не </a:t>
            </a:r>
            <a:r>
              <a:rPr lang="uk-UA" sz="2400" b="1" dirty="0" smtClean="0">
                <a:solidFill>
                  <a:schemeClr val="tx2">
                    <a:lumMod val="75000"/>
                  </a:schemeClr>
                </a:solidFill>
              </a:rPr>
              <a:t>можу</a:t>
            </a:r>
            <a:r>
              <a:rPr lang="ru-RU" sz="2400" b="1" dirty="0" smtClean="0">
                <a:solidFill>
                  <a:schemeClr val="tx2">
                    <a:lumMod val="75000"/>
                  </a:schemeClr>
                </a:solidFill>
              </a:rPr>
              <a:t>" до позиції "я можу сам справлятися зі своїми життєвими та навчальними труднощами", тобто пошук прихованих ресурсів особистості, опора на його можливості та створення цій основі умов </a:t>
            </a:r>
            <a:r>
              <a:rPr lang="uk-UA" sz="2400" b="1" dirty="0" smtClean="0">
                <a:solidFill>
                  <a:schemeClr val="tx2">
                    <a:lumMod val="75000"/>
                  </a:schemeClr>
                </a:solidFill>
              </a:rPr>
              <a:t>розвитку</a:t>
            </a:r>
            <a:r>
              <a:rPr lang="ru-RU" sz="2400" b="1" dirty="0" smtClean="0">
                <a:solidFill>
                  <a:schemeClr val="tx2">
                    <a:lumMod val="75000"/>
                  </a:schemeClr>
                </a:solidFill>
              </a:rPr>
              <a:t>.</a:t>
            </a: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4" name="그림 13">
            <a:extLst>
              <a:ext uri="{FF2B5EF4-FFF2-40B4-BE49-F238E27FC236}">
                <a16:creationId xmlns:a16="http://schemas.microsoft.com/office/drawing/2014/main" id="{04D9B478-DC1A-474E-ABB3-B6975E093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872" y="2036742"/>
            <a:ext cx="2853128" cy="4821258"/>
          </a:xfrm>
          <a:prstGeom prst="rect">
            <a:avLst/>
          </a:prstGeom>
        </p:spPr>
      </p:pic>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grpSp>
        <p:nvGrpSpPr>
          <p:cNvPr id="7" name="그룹 5">
            <a:extLst>
              <a:ext uri="{FF2B5EF4-FFF2-40B4-BE49-F238E27FC236}">
                <a16:creationId xmlns:a16="http://schemas.microsoft.com/office/drawing/2014/main" id="{886A8EA0-966F-4938-9EB4-51226CF8EA4D}"/>
              </a:ext>
            </a:extLst>
          </p:cNvPr>
          <p:cNvGrpSpPr/>
          <p:nvPr/>
        </p:nvGrpSpPr>
        <p:grpSpPr>
          <a:xfrm>
            <a:off x="673306" y="1723869"/>
            <a:ext cx="5004157" cy="4586990"/>
            <a:chOff x="673306" y="908388"/>
            <a:chExt cx="5004157" cy="5283011"/>
          </a:xfrm>
        </p:grpSpPr>
        <p:pic>
          <p:nvPicPr>
            <p:cNvPr id="8" name="그림 46">
              <a:extLst>
                <a:ext uri="{FF2B5EF4-FFF2-40B4-BE49-F238E27FC236}">
                  <a16:creationId xmlns:a16="http://schemas.microsoft.com/office/drawing/2014/main" id="{45AC7525-8694-47A1-9193-032852726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47" y="2408297"/>
              <a:ext cx="4674316" cy="3783102"/>
            </a:xfrm>
            <a:prstGeom prst="rect">
              <a:avLst/>
            </a:prstGeom>
          </p:spPr>
        </p:pic>
        <p:pic>
          <p:nvPicPr>
            <p:cNvPr id="9" name="그림 47">
              <a:extLst>
                <a:ext uri="{FF2B5EF4-FFF2-40B4-BE49-F238E27FC236}">
                  <a16:creationId xmlns:a16="http://schemas.microsoft.com/office/drawing/2014/main" id="{D3201B96-2026-4EE8-929A-44ADFB18FE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6236" y="908388"/>
              <a:ext cx="2411729" cy="1392579"/>
            </a:xfrm>
            <a:prstGeom prst="rect">
              <a:avLst/>
            </a:prstGeom>
          </p:spPr>
        </p:pic>
        <p:pic>
          <p:nvPicPr>
            <p:cNvPr id="10" name="그림 60">
              <a:extLst>
                <a:ext uri="{FF2B5EF4-FFF2-40B4-BE49-F238E27FC236}">
                  <a16:creationId xmlns:a16="http://schemas.microsoft.com/office/drawing/2014/main" id="{F419733E-FE3C-4CD2-B3B2-C73A68742D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306" y="4007220"/>
              <a:ext cx="1588795" cy="1545855"/>
            </a:xfrm>
            <a:prstGeom prst="rect">
              <a:avLst/>
            </a:prstGeom>
          </p:spPr>
        </p:pic>
      </p:grpSp>
      <p:sp>
        <p:nvSpPr>
          <p:cNvPr id="15" name="TextBox 14"/>
          <p:cNvSpPr txBox="1"/>
          <p:nvPr/>
        </p:nvSpPr>
        <p:spPr>
          <a:xfrm>
            <a:off x="3537679" y="779488"/>
            <a:ext cx="4814716" cy="707886"/>
          </a:xfrm>
          <a:prstGeom prst="rect">
            <a:avLst/>
          </a:prstGeom>
          <a:noFill/>
        </p:spPr>
        <p:txBody>
          <a:bodyPr wrap="none" rtlCol="0">
            <a:spAutoFit/>
          </a:bodyPr>
          <a:lstStyle/>
          <a:p>
            <a:pPr algn="ctr"/>
            <a:r>
              <a:rPr lang="uk-UA" sz="4000" b="1" i="1" dirty="0" smtClean="0">
                <a:solidFill>
                  <a:schemeClr val="tx2">
                    <a:lumMod val="75000"/>
                  </a:schemeClr>
                </a:solidFill>
              </a:rPr>
              <a:t>Корекційні заняття</a:t>
            </a:r>
            <a:endParaRPr lang="uk-UA" sz="4000" b="1" i="1" dirty="0">
              <a:solidFill>
                <a:schemeClr val="tx2">
                  <a:lumMod val="75000"/>
                </a:schemeClr>
              </a:solidFill>
            </a:endParaRPr>
          </a:p>
        </p:txBody>
      </p:sp>
      <p:pic>
        <p:nvPicPr>
          <p:cNvPr id="9221" name="Picture 5" descr="C:\Users\user\Desktop\images.jpg"/>
          <p:cNvPicPr>
            <a:picLocks noChangeAspect="1" noChangeArrowheads="1"/>
          </p:cNvPicPr>
          <p:nvPr/>
        </p:nvPicPr>
        <p:blipFill>
          <a:blip r:embed="rId6"/>
          <a:srcRect/>
          <a:stretch>
            <a:fillRect/>
          </a:stretch>
        </p:blipFill>
        <p:spPr bwMode="auto">
          <a:xfrm>
            <a:off x="6026046" y="1558977"/>
            <a:ext cx="5456419" cy="4901783"/>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669562" y="2032234"/>
            <a:ext cx="10972800" cy="2989471"/>
          </a:xfrm>
        </p:spPr>
        <p:txBody>
          <a:bodyPr>
            <a:normAutofit lnSpcReduction="10000"/>
          </a:bodyPr>
          <a:lstStyle/>
          <a:p>
            <a:pPr algn="ctr">
              <a:buFont typeface="Wingdings" pitchFamily="2" charset="2"/>
              <a:buChar char="ü"/>
            </a:pPr>
            <a:r>
              <a:rPr lang="uk-UA" sz="4000" b="1" dirty="0" smtClean="0">
                <a:solidFill>
                  <a:schemeClr val="tx2">
                    <a:lumMod val="75000"/>
                  </a:schemeClr>
                </a:solidFill>
              </a:rPr>
              <a:t>Рушійною силою саморозвитку є формування </a:t>
            </a:r>
            <a:r>
              <a:rPr lang="uk-UA" sz="4000" b="1" i="1" dirty="0" smtClean="0">
                <a:solidFill>
                  <a:schemeClr val="tx2">
                    <a:lumMod val="75000"/>
                  </a:schemeClr>
                </a:solidFill>
              </a:rPr>
              <a:t>мотивації</a:t>
            </a:r>
            <a:r>
              <a:rPr lang="uk-UA" b="1" dirty="0" smtClean="0">
                <a:solidFill>
                  <a:schemeClr val="tx2">
                    <a:lumMod val="75000"/>
                  </a:schemeClr>
                </a:solidFill>
              </a:rPr>
              <a:t>, </a:t>
            </a:r>
          </a:p>
          <a:p>
            <a:pPr algn="ctr">
              <a:buNone/>
            </a:pPr>
            <a:r>
              <a:rPr lang="uk-UA" b="1" dirty="0" smtClean="0">
                <a:solidFill>
                  <a:schemeClr val="tx2">
                    <a:lumMod val="75000"/>
                  </a:schemeClr>
                </a:solidFill>
              </a:rPr>
              <a:t>яка стимулює особистість</a:t>
            </a:r>
            <a:r>
              <a:rPr lang="ru-RU" b="1" dirty="0" smtClean="0">
                <a:solidFill>
                  <a:schemeClr val="tx2">
                    <a:lumMod val="75000"/>
                  </a:schemeClr>
                </a:solidFill>
              </a:rPr>
              <a:t> до самостійних дій саморозвитку і самовдосконалення, до прояву власної унікальності, включення учнів в процес творчого пошуку нестандартних рішень, можливість демонстрації продуктів навчально-творчої </a:t>
            </a:r>
            <a:r>
              <a:rPr lang="uk-UA" b="1" dirty="0" smtClean="0">
                <a:solidFill>
                  <a:schemeClr val="tx2">
                    <a:lumMod val="75000"/>
                  </a:schemeClr>
                </a:solidFill>
              </a:rPr>
              <a:t>діяльності.</a:t>
            </a:r>
            <a:endParaRPr lang="ru-RU" b="1" dirty="0">
              <a:solidFill>
                <a:schemeClr val="tx2">
                  <a:lumMod val="75000"/>
                </a:schemeClr>
              </a:solidFill>
            </a:endParaRPr>
          </a:p>
        </p:txBody>
      </p:sp>
      <p:pic>
        <p:nvPicPr>
          <p:cNvPr id="1027" name="Picture 3" descr="C:\Users\user\Desktop\images (1).jpg"/>
          <p:cNvPicPr>
            <a:picLocks noChangeAspect="1" noChangeArrowheads="1"/>
          </p:cNvPicPr>
          <p:nvPr/>
        </p:nvPicPr>
        <p:blipFill>
          <a:blip r:embed="rId2"/>
          <a:srcRect/>
          <a:stretch>
            <a:fillRect/>
          </a:stretch>
        </p:blipFill>
        <p:spPr bwMode="auto">
          <a:xfrm>
            <a:off x="9836280" y="198856"/>
            <a:ext cx="2143125" cy="1914758"/>
          </a:xfrm>
          <a:prstGeom prst="rect">
            <a:avLst/>
          </a:prstGeom>
          <a:noFill/>
        </p:spPr>
      </p:pic>
      <p:pic>
        <p:nvPicPr>
          <p:cNvPr id="6" name="그림 14">
            <a:extLst>
              <a:ext uri="{FF2B5EF4-FFF2-40B4-BE49-F238E27FC236}">
                <a16:creationId xmlns:a16="http://schemas.microsoft.com/office/drawing/2014/main" id="{E6A81D61-1F04-487A-A595-DF6C9E2A2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10767934" y="4966319"/>
            <a:ext cx="1424066" cy="1891681"/>
          </a:xfrm>
          <a:prstGeom prst="rect">
            <a:avLst/>
          </a:prstGeom>
        </p:spPr>
      </p:pic>
      <p:pic>
        <p:nvPicPr>
          <p:cNvPr id="7" name="Picture 8" descr="http://psyfactor.org/is/1318.jpg.pagespeed.ce.nv5IO6YC1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22" y="4807471"/>
            <a:ext cx="2298491" cy="1863153"/>
          </a:xfrm>
          <a:prstGeom prst="rect">
            <a:avLst/>
          </a:prstGeom>
          <a:noFill/>
          <a:extLst>
            <a:ext uri="{909E8E84-426E-40DD-AFC4-6F175D3DCCD1}">
              <a14:hiddenFill xmlns:a14="http://schemas.microsoft.com/office/drawing/2010/main">
                <a:solidFill>
                  <a:srgbClr val="FFFFFF"/>
                </a:solidFill>
              </a14:hiddenFill>
            </a:ext>
          </a:extLst>
        </p:spPr>
      </p:pic>
      <p:pic>
        <p:nvPicPr>
          <p:cNvPr id="8" name="그림 14">
            <a:extLst>
              <a:ext uri="{FF2B5EF4-FFF2-40B4-BE49-F238E27FC236}">
                <a16:creationId xmlns:a16="http://schemas.microsoft.com/office/drawing/2014/main" id="{E6A81D61-1F04-487A-A595-DF6C9E2A2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424066" cy="1891681"/>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1871134" y="404814"/>
            <a:ext cx="9120717" cy="574675"/>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wrap="none" anchor="ctr"/>
          <a:lstStyle/>
          <a:p>
            <a:pPr algn="ctr"/>
            <a:r>
              <a:rPr lang="uk-UA" altLang="uk-UA" sz="2400" b="1" i="1" dirty="0">
                <a:solidFill>
                  <a:srgbClr val="C00000"/>
                </a:solidFill>
              </a:rPr>
              <a:t>Здатність до саморозвитку </a:t>
            </a:r>
            <a:r>
              <a:rPr lang="uk-UA" altLang="uk-UA" sz="2400" b="1" i="1" dirty="0" smtClean="0">
                <a:solidFill>
                  <a:srgbClr val="C00000"/>
                </a:solidFill>
              </a:rPr>
              <a:t>учня </a:t>
            </a:r>
            <a:endParaRPr lang="ru-RU" altLang="uk-UA" sz="2400" b="1" i="1" dirty="0">
              <a:solidFill>
                <a:srgbClr val="C00000"/>
              </a:solidFill>
            </a:endParaRPr>
          </a:p>
        </p:txBody>
      </p:sp>
      <p:sp>
        <p:nvSpPr>
          <p:cNvPr id="17411" name="Line 8"/>
          <p:cNvSpPr>
            <a:spLocks noChangeShapeType="1"/>
          </p:cNvSpPr>
          <p:nvPr/>
        </p:nvSpPr>
        <p:spPr bwMode="auto">
          <a:xfrm>
            <a:off x="2927351" y="981075"/>
            <a:ext cx="0" cy="431800"/>
          </a:xfrm>
          <a:prstGeom prst="line">
            <a:avLst/>
          </a:prstGeom>
          <a:noFill/>
          <a:ln w="9525">
            <a:solidFill>
              <a:schemeClr val="tx1"/>
            </a:solidFill>
            <a:round/>
            <a:headEnd/>
            <a:tailEnd/>
          </a:ln>
          <a:effectLst/>
        </p:spPr>
        <p:txBody>
          <a:bodyPr/>
          <a:lstStyle/>
          <a:p>
            <a:endParaRPr lang="uk-UA" dirty="0"/>
          </a:p>
        </p:txBody>
      </p:sp>
      <p:sp>
        <p:nvSpPr>
          <p:cNvPr id="17412" name="Line 10"/>
          <p:cNvSpPr>
            <a:spLocks noChangeShapeType="1"/>
          </p:cNvSpPr>
          <p:nvPr/>
        </p:nvSpPr>
        <p:spPr bwMode="auto">
          <a:xfrm flipH="1">
            <a:off x="1200151" y="1412875"/>
            <a:ext cx="1727200" cy="0"/>
          </a:xfrm>
          <a:prstGeom prst="line">
            <a:avLst/>
          </a:prstGeom>
          <a:noFill/>
          <a:ln w="9525">
            <a:solidFill>
              <a:schemeClr val="tx1"/>
            </a:solidFill>
            <a:round/>
            <a:headEnd/>
            <a:tailEnd/>
          </a:ln>
          <a:effectLst/>
        </p:spPr>
        <p:txBody>
          <a:bodyPr/>
          <a:lstStyle/>
          <a:p>
            <a:endParaRPr lang="uk-UA" dirty="0"/>
          </a:p>
        </p:txBody>
      </p:sp>
      <p:sp>
        <p:nvSpPr>
          <p:cNvPr id="17413" name="Line 11"/>
          <p:cNvSpPr>
            <a:spLocks noChangeShapeType="1"/>
          </p:cNvSpPr>
          <p:nvPr/>
        </p:nvSpPr>
        <p:spPr bwMode="auto">
          <a:xfrm>
            <a:off x="1200151" y="1412876"/>
            <a:ext cx="0" cy="144463"/>
          </a:xfrm>
          <a:prstGeom prst="line">
            <a:avLst/>
          </a:prstGeom>
          <a:noFill/>
          <a:ln w="9525">
            <a:solidFill>
              <a:schemeClr val="tx1"/>
            </a:solidFill>
            <a:round/>
            <a:headEnd/>
            <a:tailEnd type="triangle" w="med" len="med"/>
          </a:ln>
          <a:effectLst/>
        </p:spPr>
        <p:txBody>
          <a:bodyPr/>
          <a:lstStyle/>
          <a:p>
            <a:endParaRPr lang="uk-UA" dirty="0"/>
          </a:p>
        </p:txBody>
      </p:sp>
      <p:sp>
        <p:nvSpPr>
          <p:cNvPr id="17414" name="Text Box 13"/>
          <p:cNvSpPr txBox="1">
            <a:spLocks noChangeArrowheads="1"/>
          </p:cNvSpPr>
          <p:nvPr/>
        </p:nvSpPr>
        <p:spPr bwMode="auto">
          <a:xfrm>
            <a:off x="334434" y="1500189"/>
            <a:ext cx="2755900" cy="1006475"/>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a:spAutoFit/>
          </a:bodyPr>
          <a:lstStyle/>
          <a:p>
            <a:pPr algn="ctr"/>
            <a:r>
              <a:rPr lang="uk-UA" altLang="uk-UA" sz="2000" b="1" dirty="0">
                <a:solidFill>
                  <a:schemeClr val="tx2">
                    <a:lumMod val="75000"/>
                  </a:schemeClr>
                </a:solidFill>
              </a:rPr>
              <a:t>Формування</a:t>
            </a:r>
          </a:p>
          <a:p>
            <a:pPr algn="ctr"/>
            <a:r>
              <a:rPr lang="uk-UA" altLang="uk-UA" sz="2000" b="1" dirty="0">
                <a:solidFill>
                  <a:schemeClr val="tx2">
                    <a:lumMod val="75000"/>
                  </a:schemeClr>
                </a:solidFill>
              </a:rPr>
              <a:t>пізнавальної </a:t>
            </a:r>
          </a:p>
          <a:p>
            <a:pPr algn="ctr"/>
            <a:r>
              <a:rPr lang="uk-UA" altLang="uk-UA" sz="2000" b="1" dirty="0">
                <a:solidFill>
                  <a:schemeClr val="tx2">
                    <a:lumMod val="75000"/>
                  </a:schemeClr>
                </a:solidFill>
              </a:rPr>
              <a:t>активності</a:t>
            </a:r>
            <a:endParaRPr lang="ru-RU" altLang="uk-UA" sz="2000" b="1" dirty="0">
              <a:solidFill>
                <a:schemeClr val="tx2">
                  <a:lumMod val="75000"/>
                </a:schemeClr>
              </a:solidFill>
            </a:endParaRPr>
          </a:p>
        </p:txBody>
      </p:sp>
      <p:sp>
        <p:nvSpPr>
          <p:cNvPr id="17415" name="Line 16"/>
          <p:cNvSpPr>
            <a:spLocks noChangeShapeType="1"/>
          </p:cNvSpPr>
          <p:nvPr/>
        </p:nvSpPr>
        <p:spPr bwMode="auto">
          <a:xfrm>
            <a:off x="4656667" y="981076"/>
            <a:ext cx="0" cy="576263"/>
          </a:xfrm>
          <a:prstGeom prst="line">
            <a:avLst/>
          </a:prstGeom>
          <a:noFill/>
          <a:ln w="9525">
            <a:solidFill>
              <a:schemeClr val="tx1"/>
            </a:solidFill>
            <a:round/>
            <a:headEnd/>
            <a:tailEnd type="triangle" w="med" len="med"/>
          </a:ln>
          <a:effectLst/>
        </p:spPr>
        <p:txBody>
          <a:bodyPr/>
          <a:lstStyle/>
          <a:p>
            <a:endParaRPr lang="uk-UA" dirty="0"/>
          </a:p>
        </p:txBody>
      </p:sp>
      <p:sp>
        <p:nvSpPr>
          <p:cNvPr id="17416" name="Text Box 17"/>
          <p:cNvSpPr txBox="1">
            <a:spLocks noChangeArrowheads="1"/>
          </p:cNvSpPr>
          <p:nvPr/>
        </p:nvSpPr>
        <p:spPr bwMode="auto">
          <a:xfrm>
            <a:off x="3215218" y="1502817"/>
            <a:ext cx="2585975" cy="1006475"/>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wrap="square">
            <a:spAutoFit/>
          </a:bodyPr>
          <a:lstStyle/>
          <a:p>
            <a:pPr algn="ctr"/>
            <a:r>
              <a:rPr lang="uk-UA" altLang="uk-UA" sz="2000" b="1" dirty="0">
                <a:solidFill>
                  <a:schemeClr val="tx2">
                    <a:lumMod val="75000"/>
                  </a:schemeClr>
                </a:solidFill>
              </a:rPr>
              <a:t>Розвиток</a:t>
            </a:r>
          </a:p>
          <a:p>
            <a:pPr algn="ctr"/>
            <a:r>
              <a:rPr lang="uk-UA" altLang="uk-UA" sz="2000" b="1" dirty="0">
                <a:solidFill>
                  <a:schemeClr val="tx2">
                    <a:lumMod val="75000"/>
                  </a:schemeClr>
                </a:solidFill>
              </a:rPr>
              <a:t>понятійного </a:t>
            </a:r>
          </a:p>
          <a:p>
            <a:pPr algn="ctr"/>
            <a:r>
              <a:rPr lang="uk-UA" altLang="uk-UA" sz="2000" b="1" dirty="0">
                <a:solidFill>
                  <a:schemeClr val="tx2">
                    <a:lumMod val="75000"/>
                  </a:schemeClr>
                </a:solidFill>
              </a:rPr>
              <a:t>мислення</a:t>
            </a:r>
            <a:endParaRPr lang="ru-RU" altLang="uk-UA" sz="2000" b="1" dirty="0">
              <a:solidFill>
                <a:schemeClr val="tx2">
                  <a:lumMod val="75000"/>
                </a:schemeClr>
              </a:solidFill>
            </a:endParaRPr>
          </a:p>
        </p:txBody>
      </p:sp>
      <p:sp>
        <p:nvSpPr>
          <p:cNvPr id="17417" name="Line 19"/>
          <p:cNvSpPr>
            <a:spLocks noChangeShapeType="1"/>
          </p:cNvSpPr>
          <p:nvPr/>
        </p:nvSpPr>
        <p:spPr bwMode="auto">
          <a:xfrm>
            <a:off x="7353717" y="981076"/>
            <a:ext cx="0" cy="576263"/>
          </a:xfrm>
          <a:prstGeom prst="line">
            <a:avLst/>
          </a:prstGeom>
          <a:noFill/>
          <a:ln w="9525">
            <a:solidFill>
              <a:schemeClr val="tx1"/>
            </a:solidFill>
            <a:round/>
            <a:headEnd/>
            <a:tailEnd type="triangle" w="med" len="med"/>
          </a:ln>
          <a:effectLst/>
        </p:spPr>
        <p:txBody>
          <a:bodyPr/>
          <a:lstStyle/>
          <a:p>
            <a:endParaRPr lang="uk-UA" dirty="0"/>
          </a:p>
        </p:txBody>
      </p:sp>
      <p:sp>
        <p:nvSpPr>
          <p:cNvPr id="17418" name="Text Box 20"/>
          <p:cNvSpPr txBox="1">
            <a:spLocks noChangeArrowheads="1"/>
          </p:cNvSpPr>
          <p:nvPr/>
        </p:nvSpPr>
        <p:spPr bwMode="auto">
          <a:xfrm>
            <a:off x="5903384" y="1484313"/>
            <a:ext cx="2980267" cy="1006475"/>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a:spAutoFit/>
          </a:bodyPr>
          <a:lstStyle/>
          <a:p>
            <a:pPr algn="ctr"/>
            <a:r>
              <a:rPr lang="uk-UA" altLang="uk-UA" sz="2000" b="1" dirty="0">
                <a:solidFill>
                  <a:schemeClr val="tx2">
                    <a:lumMod val="75000"/>
                  </a:schemeClr>
                </a:solidFill>
              </a:rPr>
              <a:t>Задоволення </a:t>
            </a:r>
          </a:p>
          <a:p>
            <a:pPr algn="ctr"/>
            <a:r>
              <a:rPr lang="uk-UA" altLang="uk-UA" sz="2000" b="1" dirty="0">
                <a:solidFill>
                  <a:schemeClr val="tx2">
                    <a:lumMod val="75000"/>
                  </a:schemeClr>
                </a:solidFill>
              </a:rPr>
              <a:t>базових </a:t>
            </a:r>
          </a:p>
          <a:p>
            <a:pPr algn="ctr"/>
            <a:r>
              <a:rPr lang="uk-UA" altLang="uk-UA" sz="2000" b="1" dirty="0">
                <a:solidFill>
                  <a:schemeClr val="tx2">
                    <a:lumMod val="75000"/>
                  </a:schemeClr>
                </a:solidFill>
              </a:rPr>
              <a:t>потреб</a:t>
            </a:r>
            <a:endParaRPr lang="ru-RU" altLang="uk-UA" sz="2000" b="1" dirty="0">
              <a:solidFill>
                <a:schemeClr val="tx2">
                  <a:lumMod val="75000"/>
                </a:schemeClr>
              </a:solidFill>
            </a:endParaRPr>
          </a:p>
        </p:txBody>
      </p:sp>
      <p:sp>
        <p:nvSpPr>
          <p:cNvPr id="17419" name="Line 21"/>
          <p:cNvSpPr>
            <a:spLocks noChangeShapeType="1"/>
          </p:cNvSpPr>
          <p:nvPr/>
        </p:nvSpPr>
        <p:spPr bwMode="auto">
          <a:xfrm>
            <a:off x="9264651" y="981075"/>
            <a:ext cx="0" cy="503238"/>
          </a:xfrm>
          <a:prstGeom prst="line">
            <a:avLst/>
          </a:prstGeom>
          <a:noFill/>
          <a:ln w="9525">
            <a:solidFill>
              <a:schemeClr val="tx1"/>
            </a:solidFill>
            <a:round/>
            <a:headEnd/>
            <a:tailEnd/>
          </a:ln>
          <a:effectLst/>
        </p:spPr>
        <p:txBody>
          <a:bodyPr/>
          <a:lstStyle/>
          <a:p>
            <a:endParaRPr lang="uk-UA" dirty="0"/>
          </a:p>
        </p:txBody>
      </p:sp>
      <p:sp>
        <p:nvSpPr>
          <p:cNvPr id="17420" name="Line 22"/>
          <p:cNvSpPr>
            <a:spLocks noChangeShapeType="1"/>
          </p:cNvSpPr>
          <p:nvPr/>
        </p:nvSpPr>
        <p:spPr bwMode="auto">
          <a:xfrm>
            <a:off x="9264651" y="1484313"/>
            <a:ext cx="1439333" cy="0"/>
          </a:xfrm>
          <a:prstGeom prst="line">
            <a:avLst/>
          </a:prstGeom>
          <a:noFill/>
          <a:ln w="9525">
            <a:solidFill>
              <a:schemeClr val="tx1"/>
            </a:solidFill>
            <a:round/>
            <a:headEnd/>
            <a:tailEnd/>
          </a:ln>
          <a:effectLst/>
        </p:spPr>
        <p:txBody>
          <a:bodyPr/>
          <a:lstStyle/>
          <a:p>
            <a:endParaRPr lang="uk-UA" dirty="0"/>
          </a:p>
        </p:txBody>
      </p:sp>
      <p:sp>
        <p:nvSpPr>
          <p:cNvPr id="17421" name="Line 24"/>
          <p:cNvSpPr>
            <a:spLocks noChangeShapeType="1"/>
          </p:cNvSpPr>
          <p:nvPr/>
        </p:nvSpPr>
        <p:spPr bwMode="auto">
          <a:xfrm>
            <a:off x="10703984" y="1484313"/>
            <a:ext cx="0" cy="144462"/>
          </a:xfrm>
          <a:prstGeom prst="line">
            <a:avLst/>
          </a:prstGeom>
          <a:noFill/>
          <a:ln w="9525">
            <a:solidFill>
              <a:schemeClr val="tx1"/>
            </a:solidFill>
            <a:round/>
            <a:headEnd/>
            <a:tailEnd type="triangle" w="med" len="med"/>
          </a:ln>
          <a:effectLst/>
        </p:spPr>
        <p:txBody>
          <a:bodyPr/>
          <a:lstStyle/>
          <a:p>
            <a:endParaRPr lang="uk-UA" dirty="0"/>
          </a:p>
        </p:txBody>
      </p:sp>
      <p:sp>
        <p:nvSpPr>
          <p:cNvPr id="17422" name="Text Box 25"/>
          <p:cNvSpPr txBox="1">
            <a:spLocks noChangeArrowheads="1"/>
          </p:cNvSpPr>
          <p:nvPr/>
        </p:nvSpPr>
        <p:spPr bwMode="auto">
          <a:xfrm>
            <a:off x="9248931" y="1571626"/>
            <a:ext cx="2511269" cy="1311275"/>
          </a:xfrm>
          <a:prstGeom prst="rect">
            <a:avLst/>
          </a:prstGeom>
          <a:solidFill>
            <a:schemeClr val="tx2">
              <a:lumMod val="60000"/>
              <a:lumOff val="40000"/>
            </a:schemeClr>
          </a:solidFill>
          <a:ln w="9525">
            <a:noFill/>
            <a:miter lim="800000"/>
            <a:headEnd/>
            <a:tailEnd/>
          </a:ln>
          <a:effectLst/>
        </p:spPr>
        <p:txBody>
          <a:bodyPr wrap="square">
            <a:spAutoFit/>
          </a:bodyPr>
          <a:lstStyle/>
          <a:p>
            <a:pPr algn="ctr"/>
            <a:r>
              <a:rPr lang="uk-UA" altLang="uk-UA" sz="2000" b="1" dirty="0">
                <a:solidFill>
                  <a:srgbClr val="000066"/>
                </a:solidFill>
              </a:rPr>
              <a:t>Особиста</a:t>
            </a:r>
          </a:p>
          <a:p>
            <a:pPr algn="ctr"/>
            <a:r>
              <a:rPr lang="uk-UA" altLang="uk-UA" sz="2000" b="1" dirty="0">
                <a:solidFill>
                  <a:srgbClr val="000066"/>
                </a:solidFill>
              </a:rPr>
              <a:t>зацікавленість</a:t>
            </a:r>
          </a:p>
          <a:p>
            <a:pPr algn="ctr"/>
            <a:r>
              <a:rPr lang="uk-UA" altLang="uk-UA" sz="2000" b="1" dirty="0">
                <a:solidFill>
                  <a:srgbClr val="000066"/>
                </a:solidFill>
              </a:rPr>
              <a:t>(пізнавальна</a:t>
            </a:r>
          </a:p>
          <a:p>
            <a:pPr algn="ctr"/>
            <a:r>
              <a:rPr lang="uk-UA" altLang="uk-UA" sz="2000" b="1" dirty="0">
                <a:solidFill>
                  <a:srgbClr val="000066"/>
                </a:solidFill>
              </a:rPr>
              <a:t>мотивація)</a:t>
            </a:r>
            <a:endParaRPr lang="ru-RU" altLang="uk-UA" sz="2000" b="1" dirty="0">
              <a:solidFill>
                <a:srgbClr val="000066"/>
              </a:solidFill>
            </a:endParaRPr>
          </a:p>
        </p:txBody>
      </p:sp>
      <p:sp>
        <p:nvSpPr>
          <p:cNvPr id="17423" name="Line 26"/>
          <p:cNvSpPr>
            <a:spLocks noChangeShapeType="1"/>
          </p:cNvSpPr>
          <p:nvPr/>
        </p:nvSpPr>
        <p:spPr bwMode="auto">
          <a:xfrm>
            <a:off x="4656667" y="2565400"/>
            <a:ext cx="0" cy="215900"/>
          </a:xfrm>
          <a:prstGeom prst="line">
            <a:avLst/>
          </a:prstGeom>
          <a:noFill/>
          <a:ln w="9525">
            <a:solidFill>
              <a:schemeClr val="tx1"/>
            </a:solidFill>
            <a:round/>
            <a:headEnd/>
            <a:tailEnd type="triangle" w="med" len="med"/>
          </a:ln>
          <a:effectLst/>
        </p:spPr>
        <p:txBody>
          <a:bodyPr/>
          <a:lstStyle/>
          <a:p>
            <a:endParaRPr lang="uk-UA" dirty="0"/>
          </a:p>
        </p:txBody>
      </p:sp>
      <p:sp>
        <p:nvSpPr>
          <p:cNvPr id="17424" name="Rectangle 27"/>
          <p:cNvSpPr>
            <a:spLocks noChangeArrowheads="1"/>
          </p:cNvSpPr>
          <p:nvPr/>
        </p:nvSpPr>
        <p:spPr bwMode="auto">
          <a:xfrm>
            <a:off x="3209909" y="2796291"/>
            <a:ext cx="2207684" cy="1130300"/>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wrap="none" anchor="ctr"/>
          <a:lstStyle/>
          <a:p>
            <a:pPr algn="ctr"/>
            <a:r>
              <a:rPr lang="uk-UA" altLang="uk-UA" sz="2000" b="1" dirty="0">
                <a:solidFill>
                  <a:schemeClr val="tx2">
                    <a:lumMod val="75000"/>
                  </a:schemeClr>
                </a:solidFill>
              </a:rPr>
              <a:t>Розвиток </a:t>
            </a:r>
          </a:p>
          <a:p>
            <a:pPr algn="ctr"/>
            <a:r>
              <a:rPr lang="uk-UA" altLang="uk-UA" sz="2000" b="1" dirty="0">
                <a:solidFill>
                  <a:schemeClr val="tx2">
                    <a:lumMod val="75000"/>
                  </a:schemeClr>
                </a:solidFill>
              </a:rPr>
              <a:t>рефлексії</a:t>
            </a:r>
            <a:endParaRPr lang="ru-RU" altLang="uk-UA" sz="2000" b="1" dirty="0">
              <a:solidFill>
                <a:schemeClr val="tx2">
                  <a:lumMod val="75000"/>
                </a:schemeClr>
              </a:solidFill>
            </a:endParaRPr>
          </a:p>
        </p:txBody>
      </p:sp>
      <p:sp>
        <p:nvSpPr>
          <p:cNvPr id="17425" name="Line 28"/>
          <p:cNvSpPr>
            <a:spLocks noChangeShapeType="1"/>
          </p:cNvSpPr>
          <p:nvPr/>
        </p:nvSpPr>
        <p:spPr bwMode="auto">
          <a:xfrm>
            <a:off x="3215217" y="3933825"/>
            <a:ext cx="0" cy="1582738"/>
          </a:xfrm>
          <a:prstGeom prst="line">
            <a:avLst/>
          </a:prstGeom>
          <a:noFill/>
          <a:ln w="9525">
            <a:solidFill>
              <a:schemeClr val="tx1"/>
            </a:solidFill>
            <a:round/>
            <a:headEnd/>
            <a:tailEnd/>
          </a:ln>
          <a:effectLst/>
        </p:spPr>
        <p:txBody>
          <a:bodyPr/>
          <a:lstStyle/>
          <a:p>
            <a:endParaRPr lang="uk-UA" dirty="0"/>
          </a:p>
        </p:txBody>
      </p:sp>
      <p:sp>
        <p:nvSpPr>
          <p:cNvPr id="17426" name="Line 29"/>
          <p:cNvSpPr>
            <a:spLocks noChangeShapeType="1"/>
          </p:cNvSpPr>
          <p:nvPr/>
        </p:nvSpPr>
        <p:spPr bwMode="auto">
          <a:xfrm>
            <a:off x="3215217" y="4365625"/>
            <a:ext cx="287867" cy="0"/>
          </a:xfrm>
          <a:prstGeom prst="line">
            <a:avLst/>
          </a:prstGeom>
          <a:noFill/>
          <a:ln w="9525">
            <a:solidFill>
              <a:schemeClr val="tx1"/>
            </a:solidFill>
            <a:round/>
            <a:headEnd/>
            <a:tailEnd type="triangle" w="med" len="med"/>
          </a:ln>
          <a:effectLst/>
        </p:spPr>
        <p:txBody>
          <a:bodyPr/>
          <a:lstStyle/>
          <a:p>
            <a:endParaRPr lang="uk-UA" dirty="0"/>
          </a:p>
        </p:txBody>
      </p:sp>
      <p:sp>
        <p:nvSpPr>
          <p:cNvPr id="17427" name="Rectangle 30"/>
          <p:cNvSpPr>
            <a:spLocks noChangeArrowheads="1"/>
          </p:cNvSpPr>
          <p:nvPr/>
        </p:nvSpPr>
        <p:spPr bwMode="auto">
          <a:xfrm>
            <a:off x="3600451" y="4005263"/>
            <a:ext cx="5278967" cy="647700"/>
          </a:xfrm>
          <a:prstGeom prst="rect">
            <a:avLst/>
          </a:prstGeom>
          <a:solidFill>
            <a:schemeClr val="tx2">
              <a:lumMod val="60000"/>
              <a:lumOff val="40000"/>
            </a:schemeClr>
          </a:solidFill>
          <a:ln w="9525">
            <a:solidFill>
              <a:schemeClr val="accent1">
                <a:lumMod val="60000"/>
                <a:lumOff val="40000"/>
              </a:schemeClr>
            </a:solidFill>
            <a:miter lim="800000"/>
            <a:headEnd/>
            <a:tailEnd/>
          </a:ln>
          <a:effectLst/>
        </p:spPr>
        <p:txBody>
          <a:bodyPr wrap="none" anchor="ctr"/>
          <a:lstStyle/>
          <a:p>
            <a:pPr algn="ctr"/>
            <a:r>
              <a:rPr lang="uk-UA" altLang="uk-UA" sz="2000" b="1" dirty="0">
                <a:solidFill>
                  <a:schemeClr val="tx2">
                    <a:lumMod val="75000"/>
                  </a:schemeClr>
                </a:solidFill>
              </a:rPr>
              <a:t>Розвиток до цілеспрямування</a:t>
            </a:r>
            <a:endParaRPr lang="ru-RU" altLang="uk-UA" sz="2000" b="1" dirty="0">
              <a:solidFill>
                <a:schemeClr val="tx2">
                  <a:lumMod val="75000"/>
                </a:schemeClr>
              </a:solidFill>
            </a:endParaRPr>
          </a:p>
        </p:txBody>
      </p:sp>
      <p:sp>
        <p:nvSpPr>
          <p:cNvPr id="17428" name="Line 31"/>
          <p:cNvSpPr>
            <a:spLocks noChangeShapeType="1"/>
          </p:cNvSpPr>
          <p:nvPr/>
        </p:nvSpPr>
        <p:spPr bwMode="auto">
          <a:xfrm>
            <a:off x="3215217" y="4941888"/>
            <a:ext cx="287867" cy="0"/>
          </a:xfrm>
          <a:prstGeom prst="line">
            <a:avLst/>
          </a:prstGeom>
          <a:noFill/>
          <a:ln w="9525">
            <a:solidFill>
              <a:schemeClr val="tx1"/>
            </a:solidFill>
            <a:round/>
            <a:headEnd/>
            <a:tailEnd type="triangle" w="med" len="med"/>
          </a:ln>
          <a:effectLst/>
        </p:spPr>
        <p:txBody>
          <a:bodyPr/>
          <a:lstStyle/>
          <a:p>
            <a:endParaRPr lang="uk-UA" dirty="0"/>
          </a:p>
        </p:txBody>
      </p:sp>
      <p:sp>
        <p:nvSpPr>
          <p:cNvPr id="17429" name="Text Box 32"/>
          <p:cNvSpPr txBox="1">
            <a:spLocks noChangeArrowheads="1"/>
          </p:cNvSpPr>
          <p:nvPr/>
        </p:nvSpPr>
        <p:spPr bwMode="auto">
          <a:xfrm>
            <a:off x="3600451" y="4714876"/>
            <a:ext cx="5278967" cy="396875"/>
          </a:xfrm>
          <a:prstGeom prst="rect">
            <a:avLst/>
          </a:prstGeom>
          <a:solidFill>
            <a:schemeClr val="tx2">
              <a:lumMod val="60000"/>
              <a:lumOff val="40000"/>
            </a:schemeClr>
          </a:solidFill>
          <a:ln w="9525">
            <a:noFill/>
            <a:miter lim="800000"/>
            <a:headEnd/>
            <a:tailEnd/>
          </a:ln>
          <a:effectLst/>
        </p:spPr>
        <p:txBody>
          <a:bodyPr>
            <a:spAutoFit/>
          </a:bodyPr>
          <a:lstStyle/>
          <a:p>
            <a:pPr algn="ctr"/>
            <a:r>
              <a:rPr lang="uk-UA" altLang="uk-UA" sz="2000" b="1" dirty="0">
                <a:solidFill>
                  <a:schemeClr val="tx2">
                    <a:lumMod val="75000"/>
                  </a:schemeClr>
                </a:solidFill>
              </a:rPr>
              <a:t>Здатність планувати</a:t>
            </a:r>
            <a:endParaRPr lang="ru-RU" altLang="uk-UA" sz="2000" b="1" dirty="0">
              <a:solidFill>
                <a:schemeClr val="tx2">
                  <a:lumMod val="75000"/>
                </a:schemeClr>
              </a:solidFill>
            </a:endParaRPr>
          </a:p>
        </p:txBody>
      </p:sp>
      <p:sp>
        <p:nvSpPr>
          <p:cNvPr id="17430" name="Text Box 33"/>
          <p:cNvSpPr txBox="1">
            <a:spLocks noChangeArrowheads="1"/>
          </p:cNvSpPr>
          <p:nvPr/>
        </p:nvSpPr>
        <p:spPr bwMode="auto">
          <a:xfrm>
            <a:off x="3600451" y="4740276"/>
            <a:ext cx="5183716" cy="366713"/>
          </a:xfrm>
          <a:prstGeom prst="rect">
            <a:avLst/>
          </a:prstGeom>
          <a:noFill/>
          <a:ln w="9525">
            <a:noFill/>
            <a:miter lim="800000"/>
            <a:headEnd/>
            <a:tailEnd/>
          </a:ln>
          <a:effectLst/>
        </p:spPr>
        <p:txBody>
          <a:bodyPr>
            <a:spAutoFit/>
          </a:bodyPr>
          <a:lstStyle/>
          <a:p>
            <a:endParaRPr lang="uk-UA" altLang="uk-UA" dirty="0"/>
          </a:p>
        </p:txBody>
      </p:sp>
      <p:sp>
        <p:nvSpPr>
          <p:cNvPr id="17431" name="Line 34"/>
          <p:cNvSpPr>
            <a:spLocks noChangeShapeType="1"/>
          </p:cNvSpPr>
          <p:nvPr/>
        </p:nvSpPr>
        <p:spPr bwMode="auto">
          <a:xfrm>
            <a:off x="3215217" y="5516563"/>
            <a:ext cx="287867" cy="0"/>
          </a:xfrm>
          <a:prstGeom prst="line">
            <a:avLst/>
          </a:prstGeom>
          <a:noFill/>
          <a:ln w="9525">
            <a:solidFill>
              <a:schemeClr val="tx1"/>
            </a:solidFill>
            <a:round/>
            <a:headEnd/>
            <a:tailEnd type="triangle" w="med" len="med"/>
          </a:ln>
          <a:effectLst/>
        </p:spPr>
        <p:txBody>
          <a:bodyPr/>
          <a:lstStyle/>
          <a:p>
            <a:endParaRPr lang="uk-UA" dirty="0"/>
          </a:p>
        </p:txBody>
      </p:sp>
      <p:sp>
        <p:nvSpPr>
          <p:cNvPr id="17432" name="Rectangle 35"/>
          <p:cNvSpPr>
            <a:spLocks noChangeArrowheads="1"/>
          </p:cNvSpPr>
          <p:nvPr/>
        </p:nvSpPr>
        <p:spPr bwMode="auto">
          <a:xfrm>
            <a:off x="3503085" y="5229226"/>
            <a:ext cx="5473700" cy="576263"/>
          </a:xfrm>
          <a:prstGeom prst="rect">
            <a:avLst/>
          </a:prstGeom>
          <a:solidFill>
            <a:schemeClr val="tx2">
              <a:lumMod val="60000"/>
              <a:lumOff val="40000"/>
            </a:schemeClr>
          </a:solidFill>
          <a:ln w="9525">
            <a:solidFill>
              <a:srgbClr val="006600"/>
            </a:solidFill>
            <a:miter lim="800000"/>
            <a:headEnd/>
            <a:tailEnd/>
          </a:ln>
          <a:effectLst/>
        </p:spPr>
        <p:txBody>
          <a:bodyPr wrap="none" anchor="ctr"/>
          <a:lstStyle/>
          <a:p>
            <a:pPr algn="ctr"/>
            <a:r>
              <a:rPr lang="uk-UA" altLang="uk-UA" sz="2000" b="1" dirty="0">
                <a:solidFill>
                  <a:schemeClr val="tx2">
                    <a:lumMod val="75000"/>
                  </a:schemeClr>
                </a:solidFill>
              </a:rPr>
              <a:t>Розвиток вольових якостей</a:t>
            </a:r>
            <a:r>
              <a:rPr lang="uk-UA" altLang="uk-UA" dirty="0">
                <a:solidFill>
                  <a:schemeClr val="tx2">
                    <a:lumMod val="75000"/>
                  </a:schemeClr>
                </a:solidFill>
              </a:rPr>
              <a:t> </a:t>
            </a:r>
            <a:endParaRPr lang="ru-RU" altLang="uk-UA" dirty="0">
              <a:solidFill>
                <a:schemeClr val="tx2">
                  <a:lumMod val="75000"/>
                </a:schemeClr>
              </a:solidFill>
            </a:endParaRPr>
          </a:p>
        </p:txBody>
      </p:sp>
      <p:sp>
        <p:nvSpPr>
          <p:cNvPr id="17433" name="Rectangle 40"/>
          <p:cNvSpPr>
            <a:spLocks noChangeArrowheads="1"/>
          </p:cNvSpPr>
          <p:nvPr/>
        </p:nvSpPr>
        <p:spPr bwMode="auto">
          <a:xfrm>
            <a:off x="814918" y="6021388"/>
            <a:ext cx="9505949" cy="431800"/>
          </a:xfrm>
          <a:prstGeom prst="rect">
            <a:avLst/>
          </a:prstGeom>
          <a:solidFill>
            <a:schemeClr val="tx2">
              <a:lumMod val="60000"/>
              <a:lumOff val="40000"/>
            </a:schemeClr>
          </a:solidFill>
          <a:ln w="9525">
            <a:solidFill>
              <a:schemeClr val="tx2">
                <a:lumMod val="40000"/>
                <a:lumOff val="60000"/>
              </a:schemeClr>
            </a:solidFill>
            <a:miter lim="800000"/>
            <a:headEnd/>
            <a:tailEnd/>
          </a:ln>
          <a:effectLst/>
        </p:spPr>
        <p:txBody>
          <a:bodyPr wrap="none" anchor="ctr"/>
          <a:lstStyle/>
          <a:p>
            <a:pPr algn="ctr"/>
            <a:r>
              <a:rPr lang="uk-UA" altLang="uk-UA" sz="2400" b="1" i="1" dirty="0">
                <a:solidFill>
                  <a:srgbClr val="C00000"/>
                </a:solidFill>
              </a:rPr>
              <a:t>ВІДЧУТТЯ СВОЄЇ КОМПЕТЕНТНОСТІ</a:t>
            </a:r>
            <a:endParaRPr lang="ru-RU" altLang="uk-UA" sz="2400" b="1" i="1" dirty="0">
              <a:solidFill>
                <a:srgbClr val="C00000"/>
              </a:solidFill>
            </a:endParaRPr>
          </a:p>
        </p:txBody>
      </p:sp>
      <p:pic>
        <p:nvPicPr>
          <p:cNvPr id="2050" name="Picture 2" descr="C:\Users\user\Desktop\Без названия.jpg"/>
          <p:cNvPicPr>
            <a:picLocks noChangeAspect="1" noChangeArrowheads="1"/>
          </p:cNvPicPr>
          <p:nvPr/>
        </p:nvPicPr>
        <p:blipFill>
          <a:blip r:embed="rId2"/>
          <a:srcRect/>
          <a:stretch>
            <a:fillRect/>
          </a:stretch>
        </p:blipFill>
        <p:spPr bwMode="auto">
          <a:xfrm>
            <a:off x="9328333" y="3945693"/>
            <a:ext cx="2619375" cy="1743075"/>
          </a:xfrm>
          <a:prstGeom prst="rect">
            <a:avLst/>
          </a:prstGeom>
          <a:noFill/>
        </p:spPr>
      </p:pic>
      <p:pic>
        <p:nvPicPr>
          <p:cNvPr id="2051" name="Picture 3" descr="C:\Users\user\Desktop\Без названия (1).jpg"/>
          <p:cNvPicPr>
            <a:picLocks noChangeAspect="1" noChangeArrowheads="1"/>
          </p:cNvPicPr>
          <p:nvPr/>
        </p:nvPicPr>
        <p:blipFill>
          <a:blip r:embed="rId3"/>
          <a:srcRect/>
          <a:stretch>
            <a:fillRect/>
          </a:stretch>
        </p:blipFill>
        <p:spPr bwMode="auto">
          <a:xfrm>
            <a:off x="314793" y="3121936"/>
            <a:ext cx="2143125" cy="214312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49639" y="854439"/>
            <a:ext cx="10972800" cy="798226"/>
          </a:xfrm>
        </p:spPr>
        <p:txBody>
          <a:bodyPr>
            <a:noAutofit/>
          </a:bodyPr>
          <a:lstStyle/>
          <a:p>
            <a:pPr lvl="0"/>
            <a:r>
              <a:rPr lang="uk-UA" sz="2400" b="1" i="1" dirty="0" smtClean="0">
                <a:solidFill>
                  <a:schemeClr val="tx2">
                    <a:lumMod val="75000"/>
                  </a:schemeClr>
                </a:solidFill>
              </a:rPr>
              <a:t>Маршрут до саморозвиненої особистості: </a:t>
            </a:r>
            <a:br>
              <a:rPr lang="uk-UA" sz="2400" b="1" i="1" dirty="0" smtClean="0">
                <a:solidFill>
                  <a:schemeClr val="tx2">
                    <a:lumMod val="75000"/>
                  </a:schemeClr>
                </a:solidFill>
              </a:rPr>
            </a:br>
            <a:r>
              <a:rPr lang="uk-UA" sz="2400" b="1" i="1" dirty="0" smtClean="0">
                <a:solidFill>
                  <a:srgbClr val="1F497D">
                    <a:lumMod val="75000"/>
                  </a:srgbClr>
                </a:solidFill>
              </a:rPr>
              <a:t>діагностичний мінімум</a:t>
            </a:r>
            <a:br>
              <a:rPr lang="uk-UA" sz="2400" b="1" i="1" dirty="0" smtClean="0">
                <a:solidFill>
                  <a:srgbClr val="1F497D">
                    <a:lumMod val="75000"/>
                  </a:srgbClr>
                </a:solidFill>
              </a:rPr>
            </a:br>
            <a:endParaRPr lang="uk-UA" sz="2400" dirty="0"/>
          </a:p>
        </p:txBody>
      </p:sp>
      <p:sp>
        <p:nvSpPr>
          <p:cNvPr id="3" name="Текст 2"/>
          <p:cNvSpPr>
            <a:spLocks noGrp="1"/>
          </p:cNvSpPr>
          <p:nvPr>
            <p:ph type="body" idx="1"/>
          </p:nvPr>
        </p:nvSpPr>
        <p:spPr>
          <a:xfrm>
            <a:off x="6215922" y="1558976"/>
            <a:ext cx="5386917" cy="4856813"/>
          </a:xfrm>
        </p:spPr>
        <p:txBody>
          <a:bodyPr>
            <a:normAutofit/>
          </a:bodyPr>
          <a:lstStyle/>
          <a:p>
            <a:pPr algn="ctr" fontAlgn="base"/>
            <a:r>
              <a:rPr lang="uk-UA" sz="2800" dirty="0" smtClean="0">
                <a:solidFill>
                  <a:schemeClr val="tx2">
                    <a:lumMod val="75000"/>
                  </a:schemeClr>
                </a:solidFill>
              </a:rPr>
              <a:t>Тести на типи соціальної взаємодії допоможуть вам зрозуміти, як ви будуєте стосунки з оточуючими, наскільки ви агресивні, конфліктні і наскільки добре вмієте адаптуватися в колективі.</a:t>
            </a:r>
          </a:p>
          <a:p>
            <a:endParaRPr lang="uk-UA" sz="2800" dirty="0"/>
          </a:p>
        </p:txBody>
      </p:sp>
      <p:sp>
        <p:nvSpPr>
          <p:cNvPr id="5" name="Текст 4"/>
          <p:cNvSpPr>
            <a:spLocks noGrp="1"/>
          </p:cNvSpPr>
          <p:nvPr>
            <p:ph type="body" sz="quarter" idx="3"/>
          </p:nvPr>
        </p:nvSpPr>
        <p:spPr>
          <a:xfrm>
            <a:off x="512095" y="1229193"/>
            <a:ext cx="5389033" cy="5351489"/>
          </a:xfrm>
        </p:spPr>
        <p:txBody>
          <a:bodyPr>
            <a:normAutofit/>
          </a:bodyPr>
          <a:lstStyle/>
          <a:p>
            <a:pPr algn="ctr"/>
            <a:r>
              <a:rPr lang="uk-UA" sz="2900" dirty="0" smtClean="0">
                <a:solidFill>
                  <a:schemeClr val="tx2">
                    <a:lumMod val="75000"/>
                  </a:schemeClr>
                </a:solidFill>
              </a:rPr>
              <a:t>Знання про те, яким типом особистості ви володієте і які характеристики вам притаманні, допоможе краще зрозуміти себе. Наприклад, як і з якими людьми вам будувати взаємини, який вид діяльності вам більше підходить і як правильно самореалізуватися.</a:t>
            </a:r>
          </a:p>
          <a:p>
            <a:pPr algn="ctr"/>
            <a:endParaRPr lang="uk-UA" b="0" dirty="0">
              <a:solidFill>
                <a:schemeClr val="tx2">
                  <a:lumMod val="75000"/>
                </a:schemeClr>
              </a:solidFill>
            </a:endParaRPr>
          </a:p>
        </p:txBody>
      </p:sp>
      <p:pic>
        <p:nvPicPr>
          <p:cNvPr id="91138" name="Picture 2" descr="C:\Users\user\Desktop\Без названия (1).jpg"/>
          <p:cNvPicPr>
            <a:picLocks noChangeAspect="1" noChangeArrowheads="1"/>
          </p:cNvPicPr>
          <p:nvPr/>
        </p:nvPicPr>
        <p:blipFill>
          <a:blip r:embed="rId2"/>
          <a:srcRect/>
          <a:stretch>
            <a:fillRect/>
          </a:stretch>
        </p:blipFill>
        <p:spPr bwMode="auto">
          <a:xfrm>
            <a:off x="422459" y="614597"/>
            <a:ext cx="1766106" cy="1394086"/>
          </a:xfrm>
          <a:prstGeom prst="rect">
            <a:avLst/>
          </a:prstGeom>
          <a:noFill/>
        </p:spPr>
      </p:pic>
      <p:pic>
        <p:nvPicPr>
          <p:cNvPr id="91140" name="Picture 4" descr="http://4.bp.blogspot.com/-Ik8c8y2jKII/UdQtjEGc2bI/AAAAAAAAAJU/aS803czTPbE/s243/index.jpeg"/>
          <p:cNvPicPr>
            <a:picLocks noChangeAspect="1" noChangeArrowheads="1"/>
          </p:cNvPicPr>
          <p:nvPr/>
        </p:nvPicPr>
        <p:blipFill>
          <a:blip r:embed="rId3"/>
          <a:srcRect/>
          <a:stretch>
            <a:fillRect/>
          </a:stretch>
        </p:blipFill>
        <p:spPr bwMode="auto">
          <a:xfrm>
            <a:off x="9974133" y="1244183"/>
            <a:ext cx="1981200" cy="1379094"/>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a:t>Типи соціальної взаємодії за Робертом Парком</a:t>
            </a:r>
            <a:br>
              <a:rPr lang="uk-UA" dirty="0"/>
            </a:br>
            <a:endParaRPr lang="uk-UA" dirty="0"/>
          </a:p>
        </p:txBody>
      </p:sp>
      <p:sp>
        <p:nvSpPr>
          <p:cNvPr id="3" name="Текст 2"/>
          <p:cNvSpPr>
            <a:spLocks noGrp="1"/>
          </p:cNvSpPr>
          <p:nvPr>
            <p:ph type="body" idx="1"/>
          </p:nvPr>
        </p:nvSpPr>
        <p:spPr/>
        <p:txBody>
          <a:bodyPr/>
          <a:lstStyle/>
          <a:p>
            <a:endParaRPr lang="uk-UA"/>
          </a:p>
        </p:txBody>
      </p:sp>
      <p:sp>
        <p:nvSpPr>
          <p:cNvPr id="4" name="Объект 3"/>
          <p:cNvSpPr>
            <a:spLocks noGrp="1"/>
          </p:cNvSpPr>
          <p:nvPr>
            <p:ph sz="half" idx="2"/>
          </p:nvPr>
        </p:nvSpPr>
        <p:spPr/>
        <p:txBody>
          <a:bodyPr>
            <a:normAutofit/>
          </a:bodyPr>
          <a:lstStyle/>
          <a:p>
            <a:r>
              <a:rPr lang="uk-UA" dirty="0" smtClean="0"/>
              <a:t>Роберт </a:t>
            </a:r>
            <a:r>
              <a:rPr lang="uk-UA" dirty="0"/>
              <a:t>Парк, один із засновників чиказької школи соціальної екології, визначив чотири основні види соціальної взаємодії: </a:t>
            </a:r>
          </a:p>
          <a:p>
            <a:r>
              <a:rPr lang="uk-UA" dirty="0"/>
              <a:t>Змагання: боротьба за обмежені ресурси або соціальний статус.</a:t>
            </a:r>
          </a:p>
          <a:p>
            <a:r>
              <a:rPr lang="uk-UA" dirty="0"/>
              <a:t>Пристосування: процес адаптації індивідів або груп до існуючих умов або до інших соціальних груп</a:t>
            </a:r>
            <a:r>
              <a:rPr lang="uk-UA" dirty="0" smtClean="0"/>
              <a:t>.</a:t>
            </a:r>
            <a:endParaRPr lang="uk-UA" dirty="0"/>
          </a:p>
        </p:txBody>
      </p:sp>
      <p:sp>
        <p:nvSpPr>
          <p:cNvPr id="5" name="Текст 4"/>
          <p:cNvSpPr>
            <a:spLocks noGrp="1"/>
          </p:cNvSpPr>
          <p:nvPr>
            <p:ph type="body" sz="quarter" idx="3"/>
          </p:nvPr>
        </p:nvSpPr>
        <p:spPr/>
        <p:txBody>
          <a:bodyPr/>
          <a:lstStyle/>
          <a:p>
            <a:endParaRPr lang="uk-UA"/>
          </a:p>
        </p:txBody>
      </p:sp>
      <p:sp>
        <p:nvSpPr>
          <p:cNvPr id="6" name="Объект 5"/>
          <p:cNvSpPr>
            <a:spLocks noGrp="1"/>
          </p:cNvSpPr>
          <p:nvPr>
            <p:ph sz="quarter" idx="4"/>
          </p:nvPr>
        </p:nvSpPr>
        <p:spPr/>
        <p:txBody>
          <a:bodyPr/>
          <a:lstStyle/>
          <a:p>
            <a:r>
              <a:rPr lang="uk-UA" dirty="0"/>
              <a:t>Соціальний конфлікт: відкрите протистояння між індивідами чи групами з протилежними цілями чи інтересами.</a:t>
            </a:r>
          </a:p>
          <a:p>
            <a:r>
              <a:rPr lang="uk-UA" dirty="0"/>
              <a:t>Асиміляція: процес входження однієї культури або групи в іншу, що призводить до зникнення відмінностей.</a:t>
            </a:r>
          </a:p>
          <a:p>
            <a:endParaRPr lang="uk-UA" dirty="0"/>
          </a:p>
        </p:txBody>
      </p:sp>
    </p:spTree>
    <p:extLst>
      <p:ext uri="{BB962C8B-B14F-4D97-AF65-F5344CB8AC3E}">
        <p14:creationId xmlns:p14="http://schemas.microsoft.com/office/powerpoint/2010/main" val="264183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7"/>
            <a:ext cx="10972800" cy="2159073"/>
          </a:xfrm>
        </p:spPr>
        <p:txBody>
          <a:bodyPr>
            <a:normAutofit/>
          </a:bodyPr>
          <a:lstStyle/>
          <a:p>
            <a:r>
              <a:rPr lang="ru-RU" sz="2000" dirty="0">
                <a:latin typeface="Times New Roman" panose="02020603050405020304" pitchFamily="18" charset="0"/>
                <a:cs typeface="Times New Roman" panose="02020603050405020304" pitchFamily="18" charset="0"/>
              </a:rPr>
              <a:t>Для </a:t>
            </a:r>
            <a:r>
              <a:rPr lang="ru-RU" sz="2000" dirty="0" err="1">
                <a:latin typeface="Times New Roman" panose="02020603050405020304" pitchFamily="18" charset="0"/>
                <a:cs typeface="Times New Roman" panose="02020603050405020304" pitchFamily="18" charset="0"/>
              </a:rPr>
              <a:t>визначення</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схильності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людини</a:t>
            </a:r>
            <a:r>
              <a:rPr lang="ru-RU" sz="2000" dirty="0">
                <a:latin typeface="Times New Roman" panose="02020603050405020304" pitchFamily="18" charset="0"/>
                <a:cs typeface="Times New Roman" panose="02020603050405020304" pitchFamily="18" charset="0"/>
              </a:rPr>
              <a:t> до тих </a:t>
            </a:r>
            <a:r>
              <a:rPr lang="ru-RU" sz="2000" dirty="0" err="1">
                <a:latin typeface="Times New Roman" panose="02020603050405020304" pitchFamily="18" charset="0"/>
                <a:cs typeface="Times New Roman" panose="02020603050405020304" pitchFamily="18" charset="0"/>
              </a:rPr>
              <a:t>чи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інших</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типів</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взаємодії</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використовують</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такі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методи</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r>
              <a:rPr lang="ru-RU" sz="2000" dirty="0" err="1">
                <a:latin typeface="Times New Roman" panose="02020603050405020304" pitchFamily="18" charset="0"/>
                <a:cs typeface="Times New Roman" panose="02020603050405020304" pitchFamily="18" charset="0"/>
              </a:rPr>
              <a:t>Анкети</a:t>
            </a:r>
            <a:r>
              <a:rPr lang="ru-RU" sz="2000" dirty="0">
                <a:latin typeface="Times New Roman" panose="02020603050405020304" pitchFamily="18" charset="0"/>
                <a:cs typeface="Times New Roman" panose="02020603050405020304" pitchFamily="18" charset="0"/>
              </a:rPr>
              <a:t> та </a:t>
            </a:r>
            <a:r>
              <a:rPr lang="ru-RU" sz="2000" dirty="0" err="1">
                <a:latin typeface="Times New Roman" panose="02020603050405020304" pitchFamily="18" charset="0"/>
                <a:cs typeface="Times New Roman" panose="02020603050405020304" pitchFamily="18" charset="0"/>
              </a:rPr>
              <a:t>опитувальники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спрямовані</a:t>
            </a:r>
            <a:r>
              <a:rPr lang="ru-RU" sz="2000" dirty="0">
                <a:latin typeface="Times New Roman" panose="02020603050405020304" pitchFamily="18" charset="0"/>
                <a:cs typeface="Times New Roman" panose="02020603050405020304" pitchFamily="18" charset="0"/>
              </a:rPr>
              <a:t> на </a:t>
            </a:r>
            <a:r>
              <a:rPr lang="ru-RU" sz="2000" dirty="0" err="1">
                <a:latin typeface="Times New Roman" panose="02020603050405020304" pitchFamily="18" charset="0"/>
                <a:cs typeface="Times New Roman" panose="02020603050405020304" pitchFamily="18" charset="0"/>
              </a:rPr>
              <a:t>збір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інформації</a:t>
            </a:r>
            <a:r>
              <a:rPr lang="ru-RU" sz="2000" dirty="0">
                <a:latin typeface="Times New Roman" panose="02020603050405020304" pitchFamily="18" charset="0"/>
                <a:cs typeface="Times New Roman" panose="02020603050405020304" pitchFamily="18" charset="0"/>
              </a:rPr>
              <a:t> про думки, </a:t>
            </a:r>
            <a:r>
              <a:rPr lang="ru-RU" sz="2000" dirty="0" err="1">
                <a:latin typeface="Times New Roman" panose="02020603050405020304" pitchFamily="18" charset="0"/>
                <a:cs typeface="Times New Roman" panose="02020603050405020304" pitchFamily="18" charset="0"/>
              </a:rPr>
              <a:t>ставлення</a:t>
            </a:r>
            <a:r>
              <a:rPr lang="ru-RU" sz="2000" dirty="0">
                <a:latin typeface="Times New Roman" panose="02020603050405020304" pitchFamily="18" charset="0"/>
                <a:cs typeface="Times New Roman" panose="02020603050405020304" pitchFamily="18" charset="0"/>
              </a:rPr>
              <a:t> та </a:t>
            </a:r>
            <a:r>
              <a:rPr lang="ru-RU" sz="2000" dirty="0" err="1">
                <a:latin typeface="Times New Roman" panose="02020603050405020304" pitchFamily="18" charset="0"/>
                <a:cs typeface="Times New Roman" panose="02020603050405020304" pitchFamily="18" charset="0"/>
              </a:rPr>
              <a:t>поведінку</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людини</a:t>
            </a:r>
            <a:r>
              <a:rPr lang="ru-RU" sz="2000" dirty="0">
                <a:latin typeface="Times New Roman" panose="02020603050405020304" pitchFamily="18" charset="0"/>
                <a:cs typeface="Times New Roman" panose="02020603050405020304" pitchFamily="18" charset="0"/>
              </a:rPr>
              <a:t> у </a:t>
            </a:r>
            <a:r>
              <a:rPr lang="ru-RU" sz="2000" dirty="0" err="1">
                <a:latin typeface="Times New Roman" panose="02020603050405020304" pitchFamily="18" charset="0"/>
                <a:cs typeface="Times New Roman" panose="02020603050405020304" pitchFamily="18" charset="0"/>
              </a:rPr>
              <a:t>різних</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соціальних</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ситуаціях</a:t>
            </a:r>
            <a:endParaRPr lang="uk-UA" sz="2000" dirty="0">
              <a:latin typeface="Times New Roman" panose="02020603050405020304" pitchFamily="18" charset="0"/>
              <a:cs typeface="Times New Roman" panose="02020603050405020304" pitchFamily="18" charset="0"/>
            </a:endParaRPr>
          </a:p>
        </p:txBody>
      </p:sp>
      <p:sp>
        <p:nvSpPr>
          <p:cNvPr id="4" name="Объект 3"/>
          <p:cNvSpPr>
            <a:spLocks noGrp="1"/>
          </p:cNvSpPr>
          <p:nvPr>
            <p:ph sz="half" idx="2"/>
          </p:nvPr>
        </p:nvSpPr>
        <p:spPr>
          <a:xfrm>
            <a:off x="609600" y="2174875"/>
            <a:ext cx="11136923" cy="3951288"/>
          </a:xfrm>
        </p:spPr>
        <p:txBody>
          <a:bodyPr>
            <a:normAutofit fontScale="92500" lnSpcReduction="20000"/>
          </a:bodyPr>
          <a:lstStyle/>
          <a:p>
            <a:pPr marL="0" indent="0">
              <a:buNone/>
            </a:pPr>
            <a:r>
              <a:rPr lang="uk-UA" dirty="0" smtClean="0"/>
              <a:t>. </a:t>
            </a:r>
            <a:endParaRPr lang="uk-UA" dirty="0"/>
          </a:p>
          <a:p>
            <a:r>
              <a:rPr lang="uk-UA" sz="2600" dirty="0">
                <a:latin typeface="Times New Roman" panose="02020603050405020304" pitchFamily="18" charset="0"/>
                <a:cs typeface="Times New Roman" panose="02020603050405020304" pitchFamily="18" charset="0"/>
              </a:rPr>
              <a:t>Психологічні тести: спеціально розроблені інструменти, які виявляють соціальні якості особистості та її типові </a:t>
            </a:r>
            <a:r>
              <a:rPr lang="uk-UA" sz="2600" dirty="0" err="1">
                <a:latin typeface="Times New Roman" panose="02020603050405020304" pitchFamily="18" charset="0"/>
                <a:cs typeface="Times New Roman" panose="02020603050405020304" pitchFamily="18" charset="0"/>
              </a:rPr>
              <a:t>патерни</a:t>
            </a:r>
            <a:r>
              <a:rPr lang="uk-UA" sz="2600" dirty="0">
                <a:latin typeface="Times New Roman" panose="02020603050405020304" pitchFamily="18" charset="0"/>
                <a:cs typeface="Times New Roman" panose="02020603050405020304" pitchFamily="18" charset="0"/>
              </a:rPr>
              <a:t> поведінки. </a:t>
            </a:r>
          </a:p>
          <a:p>
            <a:r>
              <a:rPr lang="uk-UA" sz="2600" dirty="0">
                <a:latin typeface="Times New Roman" panose="02020603050405020304" pitchFamily="18" charset="0"/>
                <a:cs typeface="Times New Roman" panose="02020603050405020304" pitchFamily="18" charset="0"/>
              </a:rPr>
              <a:t>Для чого проводять таке тестування</a:t>
            </a:r>
          </a:p>
          <a:p>
            <a:r>
              <a:rPr lang="uk-UA" sz="2600" dirty="0">
                <a:latin typeface="Times New Roman" panose="02020603050405020304" pitchFamily="18" charset="0"/>
                <a:cs typeface="Times New Roman" panose="02020603050405020304" pitchFamily="18" charset="0"/>
              </a:rPr>
              <a:t>Розуміння особистості: виявлення соціальних якостей та рис особистості, що зумовлені типом взаємодії з іншими. </a:t>
            </a:r>
          </a:p>
          <a:p>
            <a:r>
              <a:rPr lang="uk-UA" sz="2600" dirty="0">
                <a:latin typeface="Times New Roman" panose="02020603050405020304" pitchFamily="18" charset="0"/>
                <a:cs typeface="Times New Roman" panose="02020603050405020304" pitchFamily="18" charset="0"/>
              </a:rPr>
              <a:t>Формування соціальних умов: створення належних умов для формування та зміцнення здоров'я через ефективну взаємодію із соціальним середовищем. </a:t>
            </a:r>
          </a:p>
          <a:p>
            <a:r>
              <a:rPr lang="uk-UA" sz="2600" dirty="0">
                <a:latin typeface="Times New Roman" panose="02020603050405020304" pitchFamily="18" charset="0"/>
                <a:cs typeface="Times New Roman" panose="02020603050405020304" pitchFamily="18" charset="0"/>
              </a:rPr>
              <a:t>Соціальний аналіз: дослідження соціальної типології особистостей у межах певної соціальної спільності. </a:t>
            </a:r>
          </a:p>
          <a:p>
            <a:r>
              <a:rPr lang="uk-UA" sz="2600" dirty="0" smtClean="0">
                <a:latin typeface="Times New Roman" panose="02020603050405020304" pitchFamily="18" charset="0"/>
                <a:cs typeface="Times New Roman" panose="02020603050405020304" pitchFamily="18" charset="0"/>
              </a:rPr>
              <a:t>ніше</a:t>
            </a:r>
            <a:endParaRPr lang="uk-UA" sz="2600" dirty="0">
              <a:latin typeface="Times New Roman" panose="02020603050405020304" pitchFamily="18" charset="0"/>
              <a:cs typeface="Times New Roman" panose="02020603050405020304" pitchFamily="18" charset="0"/>
            </a:endParaRPr>
          </a:p>
          <a:p>
            <a:endParaRPr lang="uk-UA" dirty="0"/>
          </a:p>
        </p:txBody>
      </p:sp>
    </p:spTree>
    <p:extLst>
      <p:ext uri="{BB962C8B-B14F-4D97-AF65-F5344CB8AC3E}">
        <p14:creationId xmlns:p14="http://schemas.microsoft.com/office/powerpoint/2010/main" val="3405165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Чи конфліктна Ви особистість?</a:t>
            </a:r>
            <a:endParaRPr lang="uk-UA" dirty="0"/>
          </a:p>
        </p:txBody>
      </p:sp>
      <p:sp>
        <p:nvSpPr>
          <p:cNvPr id="3" name="Текст 2"/>
          <p:cNvSpPr>
            <a:spLocks noGrp="1"/>
          </p:cNvSpPr>
          <p:nvPr>
            <p:ph type="body" idx="1"/>
          </p:nvPr>
        </p:nvSpPr>
        <p:spPr/>
        <p:txBody>
          <a:bodyPr/>
          <a:lstStyle/>
          <a:p>
            <a:endParaRPr lang="uk-UA"/>
          </a:p>
        </p:txBody>
      </p:sp>
      <p:sp>
        <p:nvSpPr>
          <p:cNvPr id="4" name="Объект 3"/>
          <p:cNvSpPr>
            <a:spLocks noGrp="1"/>
          </p:cNvSpPr>
          <p:nvPr>
            <p:ph sz="half" idx="2"/>
          </p:nvPr>
        </p:nvSpPr>
        <p:spPr>
          <a:xfrm>
            <a:off x="609600" y="1702191"/>
            <a:ext cx="5386917" cy="5261317"/>
          </a:xfrm>
        </p:spPr>
        <p:txBody>
          <a:bodyPr>
            <a:normAutofit fontScale="47500" lnSpcReduction="20000"/>
          </a:bodyPr>
          <a:lstStyle/>
          <a:p>
            <a:r>
              <a:rPr lang="ru-RU" sz="3300" dirty="0">
                <a:latin typeface="Times New Roman" panose="02020603050405020304" pitchFamily="18" charset="0"/>
                <a:cs typeface="Times New Roman" panose="02020603050405020304" pitchFamily="18" charset="0"/>
              </a:rPr>
              <a:t>1. У </a:t>
            </a:r>
            <a:r>
              <a:rPr lang="ru-RU" sz="3300" dirty="0" err="1">
                <a:latin typeface="Times New Roman" panose="02020603050405020304" pitchFamily="18" charset="0"/>
                <a:cs typeface="Times New Roman" panose="02020603050405020304" pitchFamily="18" charset="0"/>
              </a:rPr>
              <a:t>громадському</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транспорті</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почалась</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суперечка</a:t>
            </a:r>
            <a:r>
              <a:rPr lang="ru-RU" sz="3300" dirty="0">
                <a:latin typeface="Times New Roman" panose="02020603050405020304" pitchFamily="18" charset="0"/>
                <a:cs typeface="Times New Roman" panose="02020603050405020304" pitchFamily="18" charset="0"/>
              </a:rPr>
              <a:t>. Ваша </a:t>
            </a:r>
            <a:r>
              <a:rPr lang="ru-RU" sz="3300" dirty="0" err="1">
                <a:latin typeface="Times New Roman" panose="02020603050405020304" pitchFamily="18" charset="0"/>
                <a:cs typeface="Times New Roman" panose="02020603050405020304" pitchFamily="18" charset="0"/>
              </a:rPr>
              <a:t>реакція</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а) не беру </a:t>
            </a:r>
            <a:r>
              <a:rPr lang="ru-RU" sz="3300" dirty="0" err="1">
                <a:latin typeface="Times New Roman" panose="02020603050405020304" pitchFamily="18" charset="0"/>
                <a:cs typeface="Times New Roman" panose="02020603050405020304" pitchFamily="18" charset="0"/>
              </a:rPr>
              <a:t>участі</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б) коротко </a:t>
            </a:r>
            <a:r>
              <a:rPr lang="ru-RU" sz="3300" dirty="0" err="1">
                <a:latin typeface="Times New Roman" panose="02020603050405020304" pitchFamily="18" charset="0"/>
                <a:cs typeface="Times New Roman" panose="02020603050405020304" pitchFamily="18" charset="0"/>
              </a:rPr>
              <a:t>висловлююся</a:t>
            </a:r>
            <a:r>
              <a:rPr lang="ru-RU" sz="3300" dirty="0">
                <a:latin typeface="Times New Roman" panose="02020603050405020304" pitchFamily="18" charset="0"/>
                <a:cs typeface="Times New Roman" panose="02020603050405020304" pitchFamily="18" charset="0"/>
              </a:rPr>
              <a:t> на </a:t>
            </a:r>
            <a:r>
              <a:rPr lang="ru-RU" sz="3300" dirty="0" err="1">
                <a:latin typeface="Times New Roman" panose="02020603050405020304" pitchFamily="18" charset="0"/>
                <a:cs typeface="Times New Roman" panose="02020603050405020304" pitchFamily="18" charset="0"/>
              </a:rPr>
              <a:t>захист</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сторони</a:t>
            </a:r>
            <a:r>
              <a:rPr lang="ru-RU" sz="3300" dirty="0">
                <a:latin typeface="Times New Roman" panose="02020603050405020304" pitchFamily="18" charset="0"/>
                <a:cs typeface="Times New Roman" panose="02020603050405020304" pitchFamily="18" charset="0"/>
              </a:rPr>
              <a:t>, яку </a:t>
            </a:r>
            <a:r>
              <a:rPr lang="ru-RU" sz="3300" dirty="0" err="1">
                <a:latin typeface="Times New Roman" panose="02020603050405020304" pitchFamily="18" charset="0"/>
                <a:cs typeface="Times New Roman" panose="02020603050405020304" pitchFamily="18" charset="0"/>
              </a:rPr>
              <a:t>вважаю</a:t>
            </a:r>
            <a:r>
              <a:rPr lang="ru-RU" sz="3300" dirty="0">
                <a:latin typeface="Times New Roman" panose="02020603050405020304" pitchFamily="18" charset="0"/>
                <a:cs typeface="Times New Roman" panose="02020603050405020304" pitchFamily="18" charset="0"/>
              </a:rPr>
              <a:t> правою;</a:t>
            </a:r>
          </a:p>
          <a:p>
            <a:r>
              <a:rPr lang="ru-RU" sz="3300" dirty="0">
                <a:latin typeface="Times New Roman" panose="02020603050405020304" pitchFamily="18" charset="0"/>
                <a:cs typeface="Times New Roman" panose="02020603050405020304" pitchFamily="18" charset="0"/>
              </a:rPr>
              <a:t>в) активно </a:t>
            </a:r>
            <a:r>
              <a:rPr lang="ru-RU" sz="3300" dirty="0" err="1">
                <a:latin typeface="Times New Roman" panose="02020603050405020304" pitchFamily="18" charset="0"/>
                <a:cs typeface="Times New Roman" panose="02020603050405020304" pitchFamily="18" charset="0"/>
              </a:rPr>
              <a:t>втручаюся</a:t>
            </a:r>
            <a:r>
              <a:rPr lang="ru-RU" sz="3300" dirty="0">
                <a:latin typeface="Times New Roman" panose="02020603050405020304" pitchFamily="18" charset="0"/>
                <a:cs typeface="Times New Roman" panose="02020603050405020304" pitchFamily="18" charset="0"/>
              </a:rPr>
              <a:t>.</a:t>
            </a:r>
          </a:p>
          <a:p>
            <a:endParaRPr lang="ru-RU" sz="3300" dirty="0">
              <a:latin typeface="Times New Roman" panose="02020603050405020304" pitchFamily="18" charset="0"/>
              <a:cs typeface="Times New Roman" panose="02020603050405020304" pitchFamily="18" charset="0"/>
            </a:endParaRPr>
          </a:p>
          <a:p>
            <a:r>
              <a:rPr lang="ru-RU" sz="3300" dirty="0">
                <a:latin typeface="Times New Roman" panose="02020603050405020304" pitchFamily="18" charset="0"/>
                <a:cs typeface="Times New Roman" panose="02020603050405020304" pitchFamily="18" charset="0"/>
              </a:rPr>
              <a:t>2. </a:t>
            </a:r>
            <a:r>
              <a:rPr lang="ru-RU" sz="3300" dirty="0" err="1">
                <a:latin typeface="Times New Roman" panose="02020603050405020304" pitchFamily="18" charset="0"/>
                <a:cs typeface="Times New Roman" panose="02020603050405020304" pitchFamily="18" charset="0"/>
              </a:rPr>
              <a:t>Чи</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виступаєте</a:t>
            </a:r>
            <a:r>
              <a:rPr lang="ru-RU" sz="3300" dirty="0">
                <a:latin typeface="Times New Roman" panose="02020603050405020304" pitchFamily="18" charset="0"/>
                <a:cs typeface="Times New Roman" panose="02020603050405020304" pitchFamily="18" charset="0"/>
              </a:rPr>
              <a:t> на </a:t>
            </a:r>
            <a:r>
              <a:rPr lang="ru-RU" sz="3300" dirty="0" err="1">
                <a:latin typeface="Times New Roman" panose="02020603050405020304" pitchFamily="18" charset="0"/>
                <a:cs typeface="Times New Roman" panose="02020603050405020304" pitchFamily="18" charset="0"/>
              </a:rPr>
              <a:t>зборах</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із</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критикою</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а) </a:t>
            </a:r>
            <a:r>
              <a:rPr lang="ru-RU" sz="3300" dirty="0" err="1">
                <a:latin typeface="Times New Roman" panose="02020603050405020304" pitchFamily="18" charset="0"/>
                <a:cs typeface="Times New Roman" panose="02020603050405020304" pitchFamily="18" charset="0"/>
              </a:rPr>
              <a:t>ні</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б) </a:t>
            </a:r>
            <a:r>
              <a:rPr lang="ru-RU" sz="3300" dirty="0" err="1">
                <a:latin typeface="Times New Roman" panose="02020603050405020304" pitchFamily="18" charset="0"/>
                <a:cs typeface="Times New Roman" panose="02020603050405020304" pitchFamily="18" charset="0"/>
              </a:rPr>
              <a:t>тільки</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якщо</a:t>
            </a:r>
            <a:r>
              <a:rPr lang="ru-RU" sz="3300" dirty="0">
                <a:latin typeface="Times New Roman" panose="02020603050405020304" pitchFamily="18" charset="0"/>
                <a:cs typeface="Times New Roman" panose="02020603050405020304" pitchFamily="18" charset="0"/>
              </a:rPr>
              <a:t> маю для </a:t>
            </a:r>
            <a:r>
              <a:rPr lang="ru-RU" sz="3300" dirty="0" err="1">
                <a:latin typeface="Times New Roman" panose="02020603050405020304" pitchFamily="18" charset="0"/>
                <a:cs typeface="Times New Roman" panose="02020603050405020304" pitchFamily="18" charset="0"/>
              </a:rPr>
              <a:t>цього</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вагомі</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підстави</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в) критикую з будь-</a:t>
            </a:r>
            <a:r>
              <a:rPr lang="ru-RU" sz="3300" dirty="0" err="1">
                <a:latin typeface="Times New Roman" panose="02020603050405020304" pitchFamily="18" charset="0"/>
                <a:cs typeface="Times New Roman" panose="02020603050405020304" pitchFamily="18" charset="0"/>
              </a:rPr>
              <a:t>якого</a:t>
            </a:r>
            <a:r>
              <a:rPr lang="ru-RU" sz="3300" dirty="0">
                <a:latin typeface="Times New Roman" panose="02020603050405020304" pitchFamily="18" charset="0"/>
                <a:cs typeface="Times New Roman" panose="02020603050405020304" pitchFamily="18" charset="0"/>
              </a:rPr>
              <a:t> приводу.</a:t>
            </a:r>
          </a:p>
          <a:p>
            <a:endParaRPr lang="ru-RU" sz="3300" dirty="0">
              <a:latin typeface="Times New Roman" panose="02020603050405020304" pitchFamily="18" charset="0"/>
              <a:cs typeface="Times New Roman" panose="02020603050405020304" pitchFamily="18" charset="0"/>
            </a:endParaRPr>
          </a:p>
          <a:p>
            <a:r>
              <a:rPr lang="ru-RU" sz="3300" dirty="0">
                <a:latin typeface="Times New Roman" panose="02020603050405020304" pitchFamily="18" charset="0"/>
                <a:cs typeface="Times New Roman" panose="02020603050405020304" pitchFamily="18" charset="0"/>
              </a:rPr>
              <a:t>3. </a:t>
            </a:r>
            <a:r>
              <a:rPr lang="ru-RU" sz="3300" dirty="0" err="1">
                <a:latin typeface="Times New Roman" panose="02020603050405020304" pitchFamily="18" charset="0"/>
                <a:cs typeface="Times New Roman" panose="02020603050405020304" pitchFamily="18" charset="0"/>
              </a:rPr>
              <a:t>Чи</a:t>
            </a:r>
            <a:r>
              <a:rPr lang="ru-RU" sz="3300" dirty="0">
                <a:latin typeface="Times New Roman" panose="02020603050405020304" pitchFamily="18" charset="0"/>
                <a:cs typeface="Times New Roman" panose="02020603050405020304" pitchFamily="18" charset="0"/>
              </a:rPr>
              <a:t> часто </a:t>
            </a:r>
            <a:r>
              <a:rPr lang="ru-RU" sz="3300" dirty="0" err="1">
                <a:latin typeface="Times New Roman" panose="02020603050405020304" pitchFamily="18" charset="0"/>
                <a:cs typeface="Times New Roman" panose="02020603050405020304" pitchFamily="18" charset="0"/>
              </a:rPr>
              <a:t>сперечаєтесь</a:t>
            </a:r>
            <a:r>
              <a:rPr lang="ru-RU" sz="3300" dirty="0">
                <a:latin typeface="Times New Roman" panose="02020603050405020304" pitchFamily="18" charset="0"/>
                <a:cs typeface="Times New Roman" panose="02020603050405020304" pitchFamily="18" charset="0"/>
              </a:rPr>
              <a:t> з </a:t>
            </a:r>
            <a:r>
              <a:rPr lang="ru-RU" sz="3300" dirty="0" err="1">
                <a:latin typeface="Times New Roman" panose="02020603050405020304" pitchFamily="18" charset="0"/>
                <a:cs typeface="Times New Roman" panose="02020603050405020304" pitchFamily="18" charset="0"/>
              </a:rPr>
              <a:t>друзями</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а) </a:t>
            </a:r>
            <a:r>
              <a:rPr lang="ru-RU" sz="3300" dirty="0" err="1">
                <a:latin typeface="Times New Roman" panose="02020603050405020304" pitchFamily="18" charset="0"/>
                <a:cs typeface="Times New Roman" panose="02020603050405020304" pitchFamily="18" charset="0"/>
              </a:rPr>
              <a:t>тільки</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якщо</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ці</a:t>
            </a:r>
            <a:r>
              <a:rPr lang="ru-RU" sz="3300" dirty="0">
                <a:latin typeface="Times New Roman" panose="02020603050405020304" pitchFamily="18" charset="0"/>
                <a:cs typeface="Times New Roman" panose="02020603050405020304" pitchFamily="18" charset="0"/>
              </a:rPr>
              <a:t> люди не </a:t>
            </a:r>
            <a:r>
              <a:rPr lang="ru-RU" sz="3300" dirty="0" err="1">
                <a:latin typeface="Times New Roman" panose="02020603050405020304" pitchFamily="18" charset="0"/>
                <a:cs typeface="Times New Roman" panose="02020603050405020304" pitchFamily="18" charset="0"/>
              </a:rPr>
              <a:t>ображаються</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б) </a:t>
            </a:r>
            <a:r>
              <a:rPr lang="ru-RU" sz="3300" dirty="0" err="1">
                <a:latin typeface="Times New Roman" panose="02020603050405020304" pitchFamily="18" charset="0"/>
                <a:cs typeface="Times New Roman" panose="02020603050405020304" pitchFamily="18" charset="0"/>
              </a:rPr>
              <a:t>лише</a:t>
            </a:r>
            <a:r>
              <a:rPr lang="ru-RU" sz="3300" dirty="0">
                <a:latin typeface="Times New Roman" panose="02020603050405020304" pitchFamily="18" charset="0"/>
                <a:cs typeface="Times New Roman" panose="02020603050405020304" pitchFamily="18" charset="0"/>
              </a:rPr>
              <a:t> з </a:t>
            </a:r>
            <a:r>
              <a:rPr lang="ru-RU" sz="3300" dirty="0" err="1">
                <a:latin typeface="Times New Roman" panose="02020603050405020304" pitchFamily="18" charset="0"/>
                <a:cs typeface="Times New Roman" panose="02020603050405020304" pitchFamily="18" charset="0"/>
              </a:rPr>
              <a:t>принципових</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питань</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в) </a:t>
            </a:r>
            <a:r>
              <a:rPr lang="ru-RU" sz="3300" dirty="0" err="1">
                <a:latin typeface="Times New Roman" panose="02020603050405020304" pitchFamily="18" charset="0"/>
                <a:cs typeface="Times New Roman" panose="02020603050405020304" pitchFamily="18" charset="0"/>
              </a:rPr>
              <a:t>суперечки</a:t>
            </a:r>
            <a:r>
              <a:rPr lang="ru-RU" sz="3300" dirty="0">
                <a:latin typeface="Times New Roman" panose="02020603050405020304" pitchFamily="18" charset="0"/>
                <a:cs typeface="Times New Roman" panose="02020603050405020304" pitchFamily="18" charset="0"/>
              </a:rPr>
              <a:t> — моя </a:t>
            </a:r>
            <a:r>
              <a:rPr lang="ru-RU" sz="3300" dirty="0" err="1">
                <a:latin typeface="Times New Roman" panose="02020603050405020304" pitchFamily="18" charset="0"/>
                <a:cs typeface="Times New Roman" panose="02020603050405020304" pitchFamily="18" charset="0"/>
              </a:rPr>
              <a:t>стихія</a:t>
            </a:r>
            <a:r>
              <a:rPr lang="ru-RU" sz="3300" dirty="0">
                <a:latin typeface="Times New Roman" panose="02020603050405020304" pitchFamily="18" charset="0"/>
                <a:cs typeface="Times New Roman" panose="02020603050405020304" pitchFamily="18" charset="0"/>
              </a:rPr>
              <a:t>.</a:t>
            </a:r>
          </a:p>
          <a:p>
            <a:endParaRPr lang="ru-RU" sz="3300" dirty="0">
              <a:latin typeface="Times New Roman" panose="02020603050405020304" pitchFamily="18" charset="0"/>
              <a:cs typeface="Times New Roman" panose="02020603050405020304" pitchFamily="18" charset="0"/>
            </a:endParaRPr>
          </a:p>
          <a:p>
            <a:r>
              <a:rPr lang="ru-RU" sz="3300" dirty="0">
                <a:latin typeface="Times New Roman" panose="02020603050405020304" pitchFamily="18" charset="0"/>
                <a:cs typeface="Times New Roman" panose="02020603050405020304" pitchFamily="18" charset="0"/>
              </a:rPr>
              <a:t>4. На </a:t>
            </a:r>
            <a:r>
              <a:rPr lang="ru-RU" sz="3300" dirty="0" err="1">
                <a:latin typeface="Times New Roman" panose="02020603050405020304" pitchFamily="18" charset="0"/>
                <a:cs typeface="Times New Roman" panose="02020603050405020304" pitchFamily="18" charset="0"/>
              </a:rPr>
              <a:t>обід</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запропонували</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недосолену</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страву</a:t>
            </a:r>
            <a:r>
              <a:rPr lang="ru-RU" sz="3300" dirty="0">
                <a:latin typeface="Times New Roman" panose="02020603050405020304" pitchFamily="18" charset="0"/>
                <a:cs typeface="Times New Roman" panose="02020603050405020304" pitchFamily="18" charset="0"/>
              </a:rPr>
              <a:t>. Ваша </a:t>
            </a:r>
            <a:r>
              <a:rPr lang="ru-RU" sz="3300" dirty="0" err="1">
                <a:latin typeface="Times New Roman" panose="02020603050405020304" pitchFamily="18" charset="0"/>
                <a:cs typeface="Times New Roman" panose="02020603050405020304" pitchFamily="18" charset="0"/>
              </a:rPr>
              <a:t>реакція</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а) не буду </a:t>
            </a:r>
            <a:r>
              <a:rPr lang="ru-RU" sz="3300" dirty="0" err="1">
                <a:latin typeface="Times New Roman" panose="02020603050405020304" pitchFamily="18" charset="0"/>
                <a:cs typeface="Times New Roman" panose="02020603050405020304" pitchFamily="18" charset="0"/>
              </a:rPr>
              <a:t>підіймати</a:t>
            </a:r>
            <a:r>
              <a:rPr lang="ru-RU" sz="3300" dirty="0">
                <a:latin typeface="Times New Roman" panose="02020603050405020304" pitchFamily="18" charset="0"/>
                <a:cs typeface="Times New Roman" panose="02020603050405020304" pitchFamily="18" charset="0"/>
              </a:rPr>
              <a:t> бучу через </a:t>
            </a:r>
            <a:r>
              <a:rPr lang="ru-RU" sz="3300" dirty="0" err="1">
                <a:latin typeface="Times New Roman" panose="02020603050405020304" pitchFamily="18" charset="0"/>
                <a:cs typeface="Times New Roman" panose="02020603050405020304" pitchFamily="18" charset="0"/>
              </a:rPr>
              <a:t>дрібниці</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б) </a:t>
            </a:r>
            <a:r>
              <a:rPr lang="ru-RU" sz="3300" dirty="0" err="1">
                <a:latin typeface="Times New Roman" panose="02020603050405020304" pitchFamily="18" charset="0"/>
                <a:cs typeface="Times New Roman" panose="02020603050405020304" pitchFamily="18" charset="0"/>
              </a:rPr>
              <a:t>мовчки</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візьму</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сільничку</a:t>
            </a:r>
            <a:r>
              <a:rPr lang="ru-RU" sz="3300" dirty="0">
                <a:latin typeface="Times New Roman" panose="02020603050405020304" pitchFamily="18" charset="0"/>
                <a:cs typeface="Times New Roman" panose="02020603050405020304" pitchFamily="18" charset="0"/>
              </a:rPr>
              <a:t>;</a:t>
            </a:r>
          </a:p>
          <a:p>
            <a:r>
              <a:rPr lang="ru-RU" sz="3300" dirty="0">
                <a:latin typeface="Times New Roman" panose="02020603050405020304" pitchFamily="18" charset="0"/>
                <a:cs typeface="Times New Roman" panose="02020603050405020304" pitchFamily="18" charset="0"/>
              </a:rPr>
              <a:t>в) не </a:t>
            </a:r>
            <a:r>
              <a:rPr lang="ru-RU" sz="3300" dirty="0" err="1">
                <a:latin typeface="Times New Roman" panose="02020603050405020304" pitchFamily="18" charset="0"/>
                <a:cs typeface="Times New Roman" panose="02020603050405020304" pitchFamily="18" charset="0"/>
              </a:rPr>
              <a:t>втримаюсь</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від</a:t>
            </a:r>
            <a:r>
              <a:rPr lang="ru-RU" sz="3300" dirty="0">
                <a:latin typeface="Times New Roman" panose="02020603050405020304" pitchFamily="18" charset="0"/>
                <a:cs typeface="Times New Roman" panose="02020603050405020304" pitchFamily="18" charset="0"/>
              </a:rPr>
              <a:t> </a:t>
            </a:r>
            <a:r>
              <a:rPr lang="ru-RU" sz="3300" dirty="0" err="1">
                <a:latin typeface="Times New Roman" panose="02020603050405020304" pitchFamily="18" charset="0"/>
                <a:cs typeface="Times New Roman" panose="02020603050405020304" pitchFamily="18" charset="0"/>
              </a:rPr>
              <a:t>зауважень</a:t>
            </a:r>
            <a:r>
              <a:rPr lang="ru-RU" sz="3300" dirty="0">
                <a:latin typeface="Times New Roman" panose="02020603050405020304" pitchFamily="18" charset="0"/>
                <a:cs typeface="Times New Roman" panose="02020603050405020304" pitchFamily="18" charset="0"/>
              </a:rPr>
              <a:t>.</a:t>
            </a:r>
          </a:p>
          <a:p>
            <a:endParaRPr lang="ru-RU" dirty="0"/>
          </a:p>
        </p:txBody>
      </p:sp>
      <p:sp>
        <p:nvSpPr>
          <p:cNvPr id="5" name="Текст 4"/>
          <p:cNvSpPr>
            <a:spLocks noGrp="1"/>
          </p:cNvSpPr>
          <p:nvPr>
            <p:ph type="body" sz="quarter" idx="3"/>
          </p:nvPr>
        </p:nvSpPr>
        <p:spPr/>
        <p:txBody>
          <a:bodyPr/>
          <a:lstStyle/>
          <a:p>
            <a:endParaRPr lang="uk-UA"/>
          </a:p>
        </p:txBody>
      </p:sp>
      <p:sp>
        <p:nvSpPr>
          <p:cNvPr id="6" name="Объект 5"/>
          <p:cNvSpPr>
            <a:spLocks noGrp="1"/>
          </p:cNvSpPr>
          <p:nvPr>
            <p:ph sz="quarter" idx="4"/>
          </p:nvPr>
        </p:nvSpPr>
        <p:spPr>
          <a:xfrm>
            <a:off x="6193368" y="1417638"/>
            <a:ext cx="5389033" cy="5545870"/>
          </a:xfrm>
        </p:spPr>
        <p:txBody>
          <a:bodyPr>
            <a:normAutofit fontScale="55000" lnSpcReduction="20000"/>
          </a:bodyPr>
          <a:lstStyle/>
          <a:p>
            <a:r>
              <a:rPr lang="ru-RU" sz="2900" dirty="0">
                <a:latin typeface="Times New Roman" panose="02020603050405020304" pitchFamily="18" charset="0"/>
                <a:cs typeface="Times New Roman" panose="02020603050405020304" pitchFamily="18" charset="0"/>
              </a:rPr>
              <a:t>5. </a:t>
            </a:r>
            <a:r>
              <a:rPr lang="ru-RU" sz="2900" dirty="0" err="1">
                <a:latin typeface="Times New Roman" panose="02020603050405020304" pitchFamily="18" charset="0"/>
                <a:cs typeface="Times New Roman" panose="02020603050405020304" pitchFamily="18" charset="0"/>
              </a:rPr>
              <a:t>Якщо</a:t>
            </a:r>
            <a:r>
              <a:rPr lang="ru-RU" sz="2900" dirty="0">
                <a:latin typeface="Times New Roman" panose="02020603050405020304" pitchFamily="18" charset="0"/>
                <a:cs typeface="Times New Roman" panose="02020603050405020304" pitchFamily="18" charset="0"/>
              </a:rPr>
              <a:t> на </a:t>
            </a:r>
            <a:r>
              <a:rPr lang="ru-RU" sz="2900" dirty="0" err="1">
                <a:latin typeface="Times New Roman" panose="02020603050405020304" pitchFamily="18" charset="0"/>
                <a:cs typeface="Times New Roman" panose="02020603050405020304" pitchFamily="18" charset="0"/>
              </a:rPr>
              <a:t>вулиці</a:t>
            </a:r>
            <a:r>
              <a:rPr lang="ru-RU" sz="2900" dirty="0">
                <a:latin typeface="Times New Roman" panose="02020603050405020304" pitchFamily="18" charset="0"/>
                <a:cs typeface="Times New Roman" panose="02020603050405020304" pitchFamily="18" charset="0"/>
              </a:rPr>
              <a:t>, у </a:t>
            </a:r>
            <a:r>
              <a:rPr lang="ru-RU" sz="2900" dirty="0" err="1">
                <a:latin typeface="Times New Roman" panose="02020603050405020304" pitchFamily="18" charset="0"/>
                <a:cs typeface="Times New Roman" panose="02020603050405020304" pitchFamily="18" charset="0"/>
              </a:rPr>
              <a:t>транспорті</a:t>
            </a:r>
            <a:r>
              <a:rPr lang="ru-RU" sz="2900" dirty="0">
                <a:latin typeface="Times New Roman" panose="02020603050405020304" pitchFamily="18" charset="0"/>
                <a:cs typeface="Times New Roman" panose="02020603050405020304" pitchFamily="18" charset="0"/>
              </a:rPr>
              <a:t> Вам наступили на ногу:</a:t>
            </a:r>
          </a:p>
          <a:p>
            <a:r>
              <a:rPr lang="ru-RU" sz="2900" dirty="0" smtClean="0">
                <a:latin typeface="Times New Roman" panose="02020603050405020304" pitchFamily="18" charset="0"/>
                <a:cs typeface="Times New Roman" panose="02020603050405020304" pitchFamily="18" charset="0"/>
              </a:rPr>
              <a:t>а</a:t>
            </a:r>
            <a:r>
              <a:rPr lang="ru-RU" sz="2900" dirty="0">
                <a:latin typeface="Times New Roman" panose="02020603050405020304" pitchFamily="18" charset="0"/>
                <a:cs typeface="Times New Roman" panose="02020603050405020304" pitchFamily="18" charset="0"/>
              </a:rPr>
              <a:t>) з </a:t>
            </a:r>
            <a:r>
              <a:rPr lang="ru-RU" sz="2900" dirty="0" err="1">
                <a:latin typeface="Times New Roman" panose="02020603050405020304" pitchFamily="18" charset="0"/>
                <a:cs typeface="Times New Roman" panose="02020603050405020304" pitchFamily="18" charset="0"/>
              </a:rPr>
              <a:t>обуренням</a:t>
            </a:r>
            <a:r>
              <a:rPr lang="ru-RU" sz="2900" dirty="0">
                <a:latin typeface="Times New Roman" panose="02020603050405020304" pitchFamily="18" charset="0"/>
                <a:cs typeface="Times New Roman" panose="02020603050405020304" pitchFamily="18" charset="0"/>
              </a:rPr>
              <a:t> подивлюсь на </a:t>
            </a:r>
            <a:r>
              <a:rPr lang="ru-RU" sz="2900" dirty="0" err="1">
                <a:latin typeface="Times New Roman" panose="02020603050405020304" pitchFamily="18" charset="0"/>
                <a:cs typeface="Times New Roman" panose="02020603050405020304" pitchFamily="18" charset="0"/>
              </a:rPr>
              <a:t>кривдника</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б) сухо </a:t>
            </a:r>
            <a:r>
              <a:rPr lang="ru-RU" sz="2900" dirty="0" err="1">
                <a:latin typeface="Times New Roman" panose="02020603050405020304" pitchFamily="18" charset="0"/>
                <a:cs typeface="Times New Roman" panose="02020603050405020304" pitchFamily="18" charset="0"/>
              </a:rPr>
              <a:t>зроблю</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зауваження</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в) </a:t>
            </a:r>
            <a:r>
              <a:rPr lang="ru-RU" sz="2900" dirty="0" err="1">
                <a:latin typeface="Times New Roman" panose="02020603050405020304" pitchFamily="18" charset="0"/>
                <a:cs typeface="Times New Roman" panose="02020603050405020304" pitchFamily="18" charset="0"/>
              </a:rPr>
              <a:t>висловлю</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свої</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емоції</a:t>
            </a:r>
            <a:r>
              <a:rPr lang="ru-RU" sz="2900" dirty="0">
                <a:latin typeface="Times New Roman" panose="02020603050405020304" pitchFamily="18" charset="0"/>
                <a:cs typeface="Times New Roman" panose="02020603050405020304" pitchFamily="18" charset="0"/>
              </a:rPr>
              <a:t>, не </a:t>
            </a:r>
            <a:r>
              <a:rPr lang="ru-RU" sz="2900" dirty="0" err="1">
                <a:latin typeface="Times New Roman" panose="02020603050405020304" pitchFamily="18" charset="0"/>
                <a:cs typeface="Times New Roman" panose="02020603050405020304" pitchFamily="18" charset="0"/>
              </a:rPr>
              <a:t>обираючи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виразів</a:t>
            </a:r>
            <a:r>
              <a:rPr lang="ru-RU" sz="2900" dirty="0">
                <a:latin typeface="Times New Roman" panose="02020603050405020304" pitchFamily="18" charset="0"/>
                <a:cs typeface="Times New Roman" panose="02020603050405020304" pitchFamily="18" charset="0"/>
              </a:rPr>
              <a:t>.</a:t>
            </a:r>
          </a:p>
          <a:p>
            <a:endParaRPr lang="ru-RU" sz="2900" dirty="0">
              <a:latin typeface="Times New Roman" panose="02020603050405020304" pitchFamily="18" charset="0"/>
              <a:cs typeface="Times New Roman" panose="02020603050405020304" pitchFamily="18" charset="0"/>
            </a:endParaRPr>
          </a:p>
          <a:p>
            <a:r>
              <a:rPr lang="ru-RU" sz="2900" dirty="0">
                <a:latin typeface="Times New Roman" panose="02020603050405020304" pitchFamily="18" charset="0"/>
                <a:cs typeface="Times New Roman" panose="02020603050405020304" pitchFamily="18" charset="0"/>
              </a:rPr>
              <a:t>6. </a:t>
            </a:r>
            <a:r>
              <a:rPr lang="ru-RU" sz="2900" dirty="0" err="1">
                <a:latin typeface="Times New Roman" panose="02020603050405020304" pitchFamily="18" charset="0"/>
                <a:cs typeface="Times New Roman" panose="02020603050405020304" pitchFamily="18" charset="0"/>
              </a:rPr>
              <a:t>Якщо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хтось</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із</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близьких</a:t>
            </a:r>
            <a:r>
              <a:rPr lang="ru-RU" sz="2900" dirty="0">
                <a:latin typeface="Times New Roman" panose="02020603050405020304" pitchFamily="18" charset="0"/>
                <a:cs typeface="Times New Roman" panose="02020603050405020304" pitchFamily="18" charset="0"/>
              </a:rPr>
              <a:t> купив </a:t>
            </a:r>
            <a:r>
              <a:rPr lang="ru-RU" sz="2900" dirty="0" err="1">
                <a:latin typeface="Times New Roman" panose="02020603050405020304" pitchFamily="18" charset="0"/>
                <a:cs typeface="Times New Roman" panose="02020603050405020304" pitchFamily="18" charset="0"/>
              </a:rPr>
              <a:t>річ</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що</a:t>
            </a:r>
            <a:r>
              <a:rPr lang="ru-RU" sz="2900" dirty="0">
                <a:latin typeface="Times New Roman" panose="02020603050405020304" pitchFamily="18" charset="0"/>
                <a:cs typeface="Times New Roman" panose="02020603050405020304" pitchFamily="18" charset="0"/>
              </a:rPr>
              <a:t> Вам не </a:t>
            </a:r>
            <a:r>
              <a:rPr lang="ru-RU" sz="2900" dirty="0" err="1">
                <a:latin typeface="Times New Roman" panose="02020603050405020304" pitchFamily="18" charset="0"/>
                <a:cs typeface="Times New Roman" panose="02020603050405020304" pitchFamily="18" charset="0"/>
              </a:rPr>
              <a:t>сподобалася</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а) </a:t>
            </a:r>
            <a:r>
              <a:rPr lang="ru-RU" sz="2900" dirty="0" err="1">
                <a:latin typeface="Times New Roman" panose="02020603050405020304" pitchFamily="18" charset="0"/>
                <a:cs typeface="Times New Roman" panose="02020603050405020304" pitchFamily="18" charset="0"/>
              </a:rPr>
              <a:t>промовчу</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б) </a:t>
            </a:r>
            <a:r>
              <a:rPr lang="ru-RU" sz="2900" dirty="0" err="1">
                <a:latin typeface="Times New Roman" panose="02020603050405020304" pitchFamily="18" charset="0"/>
                <a:cs typeface="Times New Roman" panose="02020603050405020304" pitchFamily="18" charset="0"/>
              </a:rPr>
              <a:t>обмежуся</a:t>
            </a:r>
            <a:r>
              <a:rPr lang="ru-RU" sz="2900" dirty="0">
                <a:latin typeface="Times New Roman" panose="02020603050405020304" pitchFamily="18" charset="0"/>
                <a:cs typeface="Times New Roman" panose="02020603050405020304" pitchFamily="18" charset="0"/>
              </a:rPr>
              <a:t> коротким </a:t>
            </a:r>
            <a:r>
              <a:rPr lang="ru-RU" sz="2900" dirty="0" err="1">
                <a:latin typeface="Times New Roman" panose="02020603050405020304" pitchFamily="18" charset="0"/>
                <a:cs typeface="Times New Roman" panose="02020603050405020304" pitchFamily="18" charset="0"/>
              </a:rPr>
              <a:t>тактовним</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зауваженням</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в) </a:t>
            </a:r>
            <a:r>
              <a:rPr lang="ru-RU" sz="2900" dirty="0" err="1">
                <a:latin typeface="Times New Roman" panose="02020603050405020304" pitchFamily="18" charset="0"/>
                <a:cs typeface="Times New Roman" panose="02020603050405020304" pitchFamily="18" charset="0"/>
              </a:rPr>
              <a:t>влаштую</a:t>
            </a:r>
            <a:r>
              <a:rPr lang="ru-RU" sz="2900" dirty="0">
                <a:latin typeface="Times New Roman" panose="02020603050405020304" pitchFamily="18" charset="0"/>
                <a:cs typeface="Times New Roman" panose="02020603050405020304" pitchFamily="18" charset="0"/>
              </a:rPr>
              <a:t> скандал.</a:t>
            </a:r>
          </a:p>
          <a:p>
            <a:endParaRPr lang="ru-RU" sz="2900" dirty="0">
              <a:latin typeface="Times New Roman" panose="02020603050405020304" pitchFamily="18" charset="0"/>
              <a:cs typeface="Times New Roman" panose="02020603050405020304" pitchFamily="18" charset="0"/>
            </a:endParaRPr>
          </a:p>
          <a:p>
            <a:r>
              <a:rPr lang="ru-RU" sz="2900" dirty="0">
                <a:latin typeface="Times New Roman" panose="02020603050405020304" pitchFamily="18" charset="0"/>
                <a:cs typeface="Times New Roman" panose="02020603050405020304" pitchFamily="18" charset="0"/>
              </a:rPr>
              <a:t>7. Не </a:t>
            </a:r>
            <a:r>
              <a:rPr lang="ru-RU" sz="2900" dirty="0" err="1">
                <a:latin typeface="Times New Roman" panose="02020603050405020304" pitchFamily="18" charset="0"/>
                <a:cs typeface="Times New Roman" panose="02020603050405020304" pitchFamily="18" charset="0"/>
              </a:rPr>
              <a:t>пощастило</a:t>
            </a:r>
            <a:r>
              <a:rPr lang="ru-RU" sz="2900" dirty="0">
                <a:latin typeface="Times New Roman" panose="02020603050405020304" pitchFamily="18" charset="0"/>
                <a:cs typeface="Times New Roman" panose="02020603050405020304" pitchFamily="18" charset="0"/>
              </a:rPr>
              <a:t> в лотерею. Як до </a:t>
            </a:r>
            <a:r>
              <a:rPr lang="ru-RU" sz="2900" dirty="0" err="1">
                <a:latin typeface="Times New Roman" panose="02020603050405020304" pitchFamily="18" charset="0"/>
                <a:cs typeface="Times New Roman" panose="02020603050405020304" pitchFamily="18" charset="0"/>
              </a:rPr>
              <a:t>цього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поставитесь</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а) </a:t>
            </a:r>
            <a:r>
              <a:rPr lang="ru-RU" sz="2900" dirty="0" err="1">
                <a:latin typeface="Times New Roman" panose="02020603050405020304" pitchFamily="18" charset="0"/>
                <a:cs typeface="Times New Roman" panose="02020603050405020304" pitchFamily="18" charset="0"/>
              </a:rPr>
              <a:t>постараюся</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залишатись</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байдужим</a:t>
            </a:r>
            <a:r>
              <a:rPr lang="ru-RU" sz="2900" dirty="0">
                <a:latin typeface="Times New Roman" panose="02020603050405020304" pitchFamily="18" charset="0"/>
                <a:cs typeface="Times New Roman" panose="02020603050405020304" pitchFamily="18" charset="0"/>
              </a:rPr>
              <a:t>, але дам </a:t>
            </a:r>
            <a:r>
              <a:rPr lang="ru-RU" sz="2900" dirty="0" err="1">
                <a:latin typeface="Times New Roman" panose="02020603050405020304" pitchFamily="18" charset="0"/>
                <a:cs typeface="Times New Roman" panose="02020603050405020304" pitchFamily="18" charset="0"/>
              </a:rPr>
              <a:t>собі</a:t>
            </a:r>
            <a:r>
              <a:rPr lang="ru-RU" sz="2900" dirty="0">
                <a:latin typeface="Times New Roman" panose="02020603050405020304" pitchFamily="18" charset="0"/>
                <a:cs typeface="Times New Roman" panose="02020603050405020304" pitchFamily="18" charset="0"/>
              </a:rPr>
              <a:t> слово </a:t>
            </a:r>
            <a:r>
              <a:rPr lang="ru-RU" sz="2900" dirty="0" err="1">
                <a:latin typeface="Times New Roman" panose="02020603050405020304" pitchFamily="18" charset="0"/>
                <a:cs typeface="Times New Roman" panose="02020603050405020304" pitchFamily="18" charset="0"/>
              </a:rPr>
              <a:t>ніколи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більше</a:t>
            </a:r>
            <a:r>
              <a:rPr lang="ru-RU" sz="2900" dirty="0">
                <a:latin typeface="Times New Roman" panose="02020603050405020304" pitchFamily="18" charset="0"/>
                <a:cs typeface="Times New Roman" panose="02020603050405020304" pitchFamily="18" charset="0"/>
              </a:rPr>
              <a:t> не</a:t>
            </a:r>
          </a:p>
          <a:p>
            <a:r>
              <a:rPr lang="ru-RU" sz="2900" dirty="0" err="1">
                <a:latin typeface="Times New Roman" panose="02020603050405020304" pitchFamily="18" charset="0"/>
                <a:cs typeface="Times New Roman" panose="02020603050405020304" pitchFamily="18" charset="0"/>
              </a:rPr>
              <a:t>брати</a:t>
            </a:r>
            <a:r>
              <a:rPr lang="ru-RU" sz="2900" dirty="0">
                <a:latin typeface="Times New Roman" panose="02020603050405020304" pitchFamily="18" charset="0"/>
                <a:cs typeface="Times New Roman" panose="02020603050405020304" pitchFamily="18" charset="0"/>
              </a:rPr>
              <a:t> участь у </a:t>
            </a:r>
            <a:r>
              <a:rPr lang="ru-RU" sz="2900" dirty="0" err="1">
                <a:latin typeface="Times New Roman" panose="02020603050405020304" pitchFamily="18" charset="0"/>
                <a:cs typeface="Times New Roman" panose="02020603050405020304" pitchFamily="18" charset="0"/>
              </a:rPr>
              <a:t>лотереї</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б) не </a:t>
            </a:r>
            <a:r>
              <a:rPr lang="ru-RU" sz="2900" dirty="0" err="1">
                <a:latin typeface="Times New Roman" panose="02020603050405020304" pitchFamily="18" charset="0"/>
                <a:cs typeface="Times New Roman" panose="02020603050405020304" pitchFamily="18" charset="0"/>
              </a:rPr>
              <a:t>приховуючи</a:t>
            </a:r>
            <a:r>
              <a:rPr lang="ru-RU" sz="2900" dirty="0">
                <a:latin typeface="Times New Roman" panose="02020603050405020304" pitchFamily="18" charset="0"/>
                <a:cs typeface="Times New Roman" panose="02020603050405020304" pitchFamily="18" charset="0"/>
              </a:rPr>
              <a:t> досади, </a:t>
            </a:r>
            <a:r>
              <a:rPr lang="ru-RU" sz="2900" dirty="0" err="1">
                <a:latin typeface="Times New Roman" panose="02020603050405020304" pitchFamily="18" charset="0"/>
                <a:cs typeface="Times New Roman" panose="02020603050405020304" pitchFamily="18" charset="0"/>
              </a:rPr>
              <a:t>поставлюсь</a:t>
            </a:r>
            <a:r>
              <a:rPr lang="ru-RU" sz="2900" dirty="0">
                <a:latin typeface="Times New Roman" panose="02020603050405020304" pitchFamily="18" charset="0"/>
                <a:cs typeface="Times New Roman" panose="02020603050405020304" pitchFamily="18" charset="0"/>
              </a:rPr>
              <a:t> до </a:t>
            </a:r>
            <a:r>
              <a:rPr lang="ru-RU" sz="2900" dirty="0" err="1">
                <a:latin typeface="Times New Roman" panose="02020603050405020304" pitchFamily="18" charset="0"/>
                <a:cs typeface="Times New Roman" panose="02020603050405020304" pitchFamily="18" charset="0"/>
              </a:rPr>
              <a:t>події</a:t>
            </a:r>
            <a:r>
              <a:rPr lang="ru-RU" sz="2900" dirty="0">
                <a:latin typeface="Times New Roman" panose="02020603050405020304" pitchFamily="18" charset="0"/>
                <a:cs typeface="Times New Roman" panose="02020603050405020304" pitchFamily="18" charset="0"/>
              </a:rPr>
              <a:t> з </a:t>
            </a:r>
            <a:r>
              <a:rPr lang="ru-RU" sz="2900" dirty="0" err="1">
                <a:latin typeface="Times New Roman" panose="02020603050405020304" pitchFamily="18" charset="0"/>
                <a:cs typeface="Times New Roman" panose="02020603050405020304" pitchFamily="18" charset="0"/>
              </a:rPr>
              <a:t>гумором</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пообіцяю</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взяти</a:t>
            </a:r>
            <a:endParaRPr lang="ru-RU" sz="2900" dirty="0">
              <a:latin typeface="Times New Roman" panose="02020603050405020304" pitchFamily="18" charset="0"/>
              <a:cs typeface="Times New Roman" panose="02020603050405020304" pitchFamily="18" charset="0"/>
            </a:endParaRPr>
          </a:p>
          <a:p>
            <a:r>
              <a:rPr lang="ru-RU" sz="2900" dirty="0">
                <a:latin typeface="Times New Roman" panose="02020603050405020304" pitchFamily="18" charset="0"/>
                <a:cs typeface="Times New Roman" panose="02020603050405020304" pitchFamily="18" charset="0"/>
              </a:rPr>
              <a:t>реванш;</a:t>
            </a:r>
          </a:p>
          <a:p>
            <a:r>
              <a:rPr lang="ru-RU" sz="2900" dirty="0">
                <a:latin typeface="Times New Roman" panose="02020603050405020304" pitchFamily="18" charset="0"/>
                <a:cs typeface="Times New Roman" panose="02020603050405020304" pitchFamily="18" charset="0"/>
              </a:rPr>
              <a:t>в) </a:t>
            </a:r>
            <a:r>
              <a:rPr lang="ru-RU" sz="2900" dirty="0" err="1">
                <a:latin typeface="Times New Roman" panose="02020603050405020304" pitchFamily="18" charset="0"/>
                <a:cs typeface="Times New Roman" panose="02020603050405020304" pitchFamily="18" charset="0"/>
              </a:rPr>
              <a:t>програш</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надовго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зіпсує</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настрій</a:t>
            </a:r>
            <a:r>
              <a:rPr lang="ru-RU" sz="2900" dirty="0">
                <a:latin typeface="Times New Roman" panose="02020603050405020304" pitchFamily="18" charset="0"/>
                <a:cs typeface="Times New Roman" panose="02020603050405020304" pitchFamily="18" charset="0"/>
              </a:rPr>
              <a:t>.</a:t>
            </a:r>
          </a:p>
          <a:p>
            <a:r>
              <a:rPr lang="ru-RU" dirty="0"/>
              <a:t> </a:t>
            </a:r>
            <a:endParaRPr lang="uk-UA" dirty="0"/>
          </a:p>
          <a:p>
            <a:endParaRPr lang="uk-UA" dirty="0"/>
          </a:p>
        </p:txBody>
      </p:sp>
    </p:spTree>
    <p:extLst>
      <p:ext uri="{BB962C8B-B14F-4D97-AF65-F5344CB8AC3E}">
        <p14:creationId xmlns:p14="http://schemas.microsoft.com/office/powerpoint/2010/main" val="152048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одержимое 3"/>
          <p:cNvSpPr>
            <a:spLocks noGrp="1"/>
          </p:cNvSpPr>
          <p:nvPr>
            <p:ph sz="half" idx="2"/>
          </p:nvPr>
        </p:nvSpPr>
        <p:spPr>
          <a:xfrm>
            <a:off x="579622" y="525957"/>
            <a:ext cx="5131630" cy="5889833"/>
          </a:xfrm>
        </p:spPr>
        <p:txBody>
          <a:bodyPr>
            <a:noAutofit/>
          </a:bodyPr>
          <a:lstStyle/>
          <a:p>
            <a:pPr lvl="0" algn="ctr" fontAlgn="base">
              <a:buFont typeface="Wingdings" pitchFamily="2" charset="2"/>
              <a:buChar char="ü"/>
            </a:pPr>
            <a:r>
              <a:rPr lang="uk-UA" sz="2000" b="1" dirty="0" smtClean="0">
                <a:solidFill>
                  <a:schemeClr val="tx2">
                    <a:lumMod val="75000"/>
                  </a:schemeClr>
                </a:solidFill>
                <a:hlinkClick r:id="rId2"/>
              </a:rPr>
              <a:t>Прогресивні матриці Равена</a:t>
            </a:r>
            <a:r>
              <a:rPr lang="uk-UA" sz="2000" dirty="0" smtClean="0">
                <a:solidFill>
                  <a:schemeClr val="tx2">
                    <a:lumMod val="75000"/>
                  </a:schemeClr>
                </a:solidFill>
              </a:rPr>
              <a:t> — тест, що визначає рівень інтелектуального розвитку.</a:t>
            </a:r>
          </a:p>
          <a:p>
            <a:pPr lvl="0" algn="ctr" fontAlgn="base">
              <a:buFont typeface="Wingdings" pitchFamily="2" charset="2"/>
              <a:buChar char="ü"/>
            </a:pPr>
            <a:r>
              <a:rPr lang="uk-UA" sz="2000" b="1" dirty="0" smtClean="0">
                <a:solidFill>
                  <a:schemeClr val="tx2">
                    <a:lumMod val="75000"/>
                  </a:schemeClr>
                </a:solidFill>
                <a:hlinkClick r:id="rId3"/>
              </a:rPr>
              <a:t>Тест Майерс — Бріггс</a:t>
            </a:r>
            <a:r>
              <a:rPr lang="uk-UA" sz="2000" b="1" dirty="0" smtClean="0">
                <a:solidFill>
                  <a:schemeClr val="tx2">
                    <a:lumMod val="75000"/>
                  </a:schemeClr>
                </a:solidFill>
              </a:rPr>
              <a:t> </a:t>
            </a:r>
            <a:r>
              <a:rPr lang="uk-UA" sz="2000" dirty="0" smtClean="0">
                <a:solidFill>
                  <a:schemeClr val="tx2">
                    <a:lumMod val="75000"/>
                  </a:schemeClr>
                </a:solidFill>
              </a:rPr>
              <a:t>призначений для визначення одного з 16 типів особистості і допоможе виявити індивідуальні вподобання і схильності.</a:t>
            </a:r>
          </a:p>
          <a:p>
            <a:pPr lvl="0" algn="ctr" fontAlgn="base">
              <a:buFont typeface="Wingdings" pitchFamily="2" charset="2"/>
              <a:buChar char="ü"/>
            </a:pPr>
            <a:r>
              <a:rPr lang="uk-UA" sz="2000" b="1" dirty="0" smtClean="0">
                <a:solidFill>
                  <a:schemeClr val="tx2">
                    <a:lumMod val="75000"/>
                  </a:schemeClr>
                </a:solidFill>
                <a:hlinkClick r:id="rId4"/>
              </a:rPr>
              <a:t>Тест Сонді</a:t>
            </a:r>
            <a:r>
              <a:rPr lang="uk-UA" sz="2000" dirty="0" smtClean="0">
                <a:solidFill>
                  <a:schemeClr val="tx2">
                    <a:lumMod val="75000"/>
                  </a:schemeClr>
                </a:solidFill>
              </a:rPr>
              <a:t> дає відповіді на багато питань, в тому числі пояснює вибір людиною коханих, друзів, професії і вказує на схильність до певних захворювань.</a:t>
            </a:r>
          </a:p>
          <a:p>
            <a:pPr algn="ctr" fontAlgn="base">
              <a:buFont typeface="Wingdings" pitchFamily="2" charset="2"/>
              <a:buChar char="ü"/>
            </a:pPr>
            <a:r>
              <a:rPr lang="uk-UA" sz="2000" b="1" dirty="0" smtClean="0">
                <a:solidFill>
                  <a:schemeClr val="tx2">
                    <a:lumMod val="75000"/>
                  </a:schemeClr>
                </a:solidFill>
                <a:hlinkClick r:id="rId5"/>
              </a:rPr>
              <a:t>Тест Айзенка</a:t>
            </a:r>
            <a:r>
              <a:rPr lang="uk-UA" sz="2000" dirty="0" smtClean="0">
                <a:solidFill>
                  <a:schemeClr val="tx2">
                    <a:lumMod val="75000"/>
                  </a:schemeClr>
                </a:solidFill>
              </a:rPr>
              <a:t> спрямований на визначення типу емоційної поведінки: ви більше інтроверт або екстраверт.</a:t>
            </a:r>
          </a:p>
          <a:p>
            <a:pPr lvl="0" algn="ctr" fontAlgn="base">
              <a:buFont typeface="Wingdings" pitchFamily="2" charset="2"/>
              <a:buChar char="ü"/>
            </a:pPr>
            <a:r>
              <a:rPr lang="uk-UA" sz="2000" dirty="0" smtClean="0">
                <a:solidFill>
                  <a:schemeClr val="tx2">
                    <a:lumMod val="75000"/>
                  </a:schemeClr>
                </a:solidFill>
              </a:rPr>
              <a:t>Методика діагностики </a:t>
            </a:r>
            <a:r>
              <a:rPr lang="uk-UA" sz="2000" b="1" dirty="0" smtClean="0">
                <a:solidFill>
                  <a:schemeClr val="tx2">
                    <a:lumMod val="75000"/>
                  </a:schemeClr>
                </a:solidFill>
                <a:hlinkClick r:id="rId6"/>
              </a:rPr>
              <a:t>темпераменту Яна Стреляу</a:t>
            </a:r>
            <a:r>
              <a:rPr lang="uk-UA" sz="2000" b="1" dirty="0" smtClean="0">
                <a:solidFill>
                  <a:schemeClr val="tx2">
                    <a:lumMod val="75000"/>
                  </a:schemeClr>
                </a:solidFill>
              </a:rPr>
              <a:t> </a:t>
            </a:r>
            <a:r>
              <a:rPr lang="uk-UA" sz="2000" dirty="0" smtClean="0">
                <a:solidFill>
                  <a:schemeClr val="tx2">
                    <a:lumMod val="75000"/>
                  </a:schemeClr>
                </a:solidFill>
              </a:rPr>
              <a:t>допоможе визначити тип темпераменту і те, як ви реагуєте на стресові ситуації.</a:t>
            </a:r>
          </a:p>
        </p:txBody>
      </p:sp>
      <p:sp>
        <p:nvSpPr>
          <p:cNvPr id="6" name="Содержимое 5"/>
          <p:cNvSpPr>
            <a:spLocks noGrp="1"/>
          </p:cNvSpPr>
          <p:nvPr>
            <p:ph sz="quarter" idx="4"/>
          </p:nvPr>
        </p:nvSpPr>
        <p:spPr>
          <a:xfrm>
            <a:off x="6148398" y="510967"/>
            <a:ext cx="5389033" cy="3951288"/>
          </a:xfrm>
        </p:spPr>
        <p:txBody>
          <a:bodyPr>
            <a:noAutofit/>
          </a:bodyPr>
          <a:lstStyle/>
          <a:p>
            <a:pPr lvl="0" fontAlgn="base">
              <a:buFont typeface="Wingdings" pitchFamily="2" charset="2"/>
              <a:buChar char="ü"/>
            </a:pPr>
            <a:r>
              <a:rPr lang="uk-UA" sz="2000" b="1" dirty="0" smtClean="0">
                <a:solidFill>
                  <a:schemeClr val="tx2">
                    <a:lumMod val="75000"/>
                  </a:schemeClr>
                </a:solidFill>
                <a:hlinkClick r:id="rId7"/>
              </a:rPr>
              <a:t>Тест Лірі</a:t>
            </a:r>
            <a:r>
              <a:rPr lang="uk-UA" sz="2000" b="1" dirty="0" smtClean="0">
                <a:solidFill>
                  <a:schemeClr val="tx2">
                    <a:lumMod val="75000"/>
                  </a:schemeClr>
                </a:solidFill>
              </a:rPr>
              <a:t> </a:t>
            </a:r>
            <a:r>
              <a:rPr lang="uk-UA" sz="2000" dirty="0" smtClean="0">
                <a:solidFill>
                  <a:schemeClr val="tx2">
                    <a:lumMod val="75000"/>
                  </a:schemeClr>
                </a:solidFill>
              </a:rPr>
              <a:t>на визначення особливостей ваших взаємин з оточуючими.</a:t>
            </a:r>
          </a:p>
          <a:p>
            <a:pPr lvl="0" fontAlgn="base">
              <a:buFont typeface="Wingdings" pitchFamily="2" charset="2"/>
              <a:buChar char="ü"/>
            </a:pPr>
            <a:r>
              <a:rPr lang="uk-UA" sz="2000" b="1" dirty="0" smtClean="0">
                <a:solidFill>
                  <a:schemeClr val="tx2">
                    <a:lumMod val="75000"/>
                  </a:schemeClr>
                </a:solidFill>
                <a:hlinkClick r:id="rId8"/>
              </a:rPr>
              <a:t>Тест на адаптивність</a:t>
            </a:r>
            <a:r>
              <a:rPr lang="uk-UA" sz="2000" b="1" dirty="0" smtClean="0">
                <a:solidFill>
                  <a:schemeClr val="tx2">
                    <a:lumMod val="75000"/>
                  </a:schemeClr>
                </a:solidFill>
              </a:rPr>
              <a:t> </a:t>
            </a:r>
            <a:r>
              <a:rPr lang="uk-UA" sz="2000" dirty="0" smtClean="0">
                <a:solidFill>
                  <a:schemeClr val="tx2">
                    <a:lumMod val="75000"/>
                  </a:schemeClr>
                </a:solidFill>
              </a:rPr>
              <a:t>розповість, наскільки успішно і як саме ви адаптуєтеся в колективі.</a:t>
            </a:r>
          </a:p>
          <a:p>
            <a:pPr lvl="0" fontAlgn="base">
              <a:buFont typeface="Wingdings" pitchFamily="2" charset="2"/>
              <a:buChar char="ü"/>
            </a:pPr>
            <a:r>
              <a:rPr lang="uk-UA" sz="2000" b="1" dirty="0" smtClean="0">
                <a:solidFill>
                  <a:schemeClr val="tx2">
                    <a:lumMod val="75000"/>
                  </a:schemeClr>
                </a:solidFill>
                <a:hlinkClick r:id="rId9"/>
              </a:rPr>
              <a:t>Тест Ассингера</a:t>
            </a:r>
            <a:r>
              <a:rPr lang="uk-UA" sz="2000" dirty="0" smtClean="0">
                <a:solidFill>
                  <a:schemeClr val="tx2">
                    <a:lumMod val="75000"/>
                  </a:schemeClr>
                </a:solidFill>
              </a:rPr>
              <a:t> на визначення рівня агресивності у відносинах розповість, наскільки ви агресивні при спілкуванні.</a:t>
            </a:r>
          </a:p>
          <a:p>
            <a:pPr lvl="0" fontAlgn="base">
              <a:buFont typeface="Wingdings" pitchFamily="2" charset="2"/>
              <a:buChar char="ü"/>
            </a:pPr>
            <a:r>
              <a:rPr lang="uk-UA" sz="2000" b="1" dirty="0" smtClean="0">
                <a:solidFill>
                  <a:schemeClr val="tx2">
                    <a:lumMod val="75000"/>
                  </a:schemeClr>
                </a:solidFill>
                <a:hlinkClick r:id="rId10"/>
              </a:rPr>
              <a:t>Тест Томаса</a:t>
            </a:r>
            <a:r>
              <a:rPr lang="uk-UA" sz="2000" dirty="0" smtClean="0">
                <a:solidFill>
                  <a:schemeClr val="tx2">
                    <a:lumMod val="75000"/>
                  </a:schemeClr>
                </a:solidFill>
              </a:rPr>
              <a:t> допомагає визначити ваш тип поведінки в конфліктній ситуації.</a:t>
            </a:r>
          </a:p>
          <a:p>
            <a:pPr lvl="0" fontAlgn="base">
              <a:buFont typeface="Wingdings" pitchFamily="2" charset="2"/>
              <a:buChar char="ü"/>
            </a:pPr>
            <a:r>
              <a:rPr lang="uk-UA" sz="2000" b="1" dirty="0" smtClean="0">
                <a:solidFill>
                  <a:schemeClr val="tx2">
                    <a:lumMod val="75000"/>
                  </a:schemeClr>
                </a:solidFill>
                <a:hlinkClick r:id="rId11"/>
              </a:rPr>
              <a:t>Тест комунікативної соціальної компетентності</a:t>
            </a:r>
            <a:r>
              <a:rPr lang="uk-UA" sz="2000" b="1" dirty="0" smtClean="0">
                <a:solidFill>
                  <a:schemeClr val="tx2">
                    <a:lumMod val="75000"/>
                  </a:schemeClr>
                </a:solidFill>
              </a:rPr>
              <a:t> </a:t>
            </a:r>
            <a:r>
              <a:rPr lang="uk-UA" sz="2000" dirty="0" smtClean="0">
                <a:solidFill>
                  <a:schemeClr val="tx2">
                    <a:lumMod val="75000"/>
                  </a:schemeClr>
                </a:solidFill>
              </a:rPr>
              <a:t>допоможе визначити, наскільки ви товариські і який тип комунікації ви віддаєте перевагу.</a:t>
            </a:r>
          </a:p>
          <a:p>
            <a:pPr lvl="0" fontAlgn="base">
              <a:buFont typeface="Wingdings" pitchFamily="2" charset="2"/>
              <a:buChar char="ü"/>
            </a:pPr>
            <a:r>
              <a:rPr lang="uk-UA" sz="2000" dirty="0" smtClean="0">
                <a:solidFill>
                  <a:schemeClr val="tx2">
                    <a:lumMod val="75000"/>
                  </a:schemeClr>
                </a:solidFill>
              </a:rPr>
              <a:t>Оцінка </a:t>
            </a:r>
            <a:r>
              <a:rPr lang="uk-UA" sz="2000" b="1" dirty="0" smtClean="0">
                <a:solidFill>
                  <a:schemeClr val="tx2">
                    <a:lumMod val="75000"/>
                  </a:schemeClr>
                </a:solidFill>
                <a:hlinkClick r:id="rId12"/>
              </a:rPr>
              <a:t>самоконтролю в спілкуванні</a:t>
            </a:r>
            <a:r>
              <a:rPr lang="uk-UA" sz="2000" b="1" dirty="0" smtClean="0">
                <a:solidFill>
                  <a:schemeClr val="tx2">
                    <a:lumMod val="75000"/>
                  </a:schemeClr>
                </a:solidFill>
              </a:rPr>
              <a:t> </a:t>
            </a:r>
            <a:r>
              <a:rPr lang="uk-UA" sz="2000" dirty="0" smtClean="0">
                <a:solidFill>
                  <a:schemeClr val="tx2">
                    <a:lumMod val="75000"/>
                  </a:schemeClr>
                </a:solidFill>
              </a:rPr>
              <a:t>розповість, наскільки ви відкриті і безпосередні, вмієте себе контролювати при спілкуванні.</a:t>
            </a:r>
          </a:p>
          <a:p>
            <a:endParaRPr lang="uk-UA" sz="2000" dirty="0">
              <a:solidFill>
                <a:schemeClr val="tx2">
                  <a:lumMod val="75000"/>
                </a:schemeClr>
              </a:solidFill>
            </a:endParaRPr>
          </a:p>
        </p:txBody>
      </p:sp>
      <p:pic>
        <p:nvPicPr>
          <p:cNvPr id="90114" name="Picture 2" descr="C:\Users\user\Desktop\Без названия (2).jpg"/>
          <p:cNvPicPr>
            <a:picLocks noChangeAspect="1" noChangeArrowheads="1"/>
          </p:cNvPicPr>
          <p:nvPr/>
        </p:nvPicPr>
        <p:blipFill>
          <a:blip r:embed="rId13"/>
          <a:srcRect/>
          <a:stretch>
            <a:fillRect/>
          </a:stretch>
        </p:blipFill>
        <p:spPr bwMode="auto">
          <a:xfrm>
            <a:off x="4627478" y="5996067"/>
            <a:ext cx="2047640" cy="637081"/>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smtClean="0"/>
              <a:t>Ключ до тесту</a:t>
            </a:r>
            <a:br>
              <a:rPr lang="uk-UA" dirty="0" smtClean="0"/>
            </a:br>
            <a:endParaRPr lang="uk-UA" dirty="0"/>
          </a:p>
        </p:txBody>
      </p:sp>
      <p:sp>
        <p:nvSpPr>
          <p:cNvPr id="3" name="Текст 2"/>
          <p:cNvSpPr>
            <a:spLocks noGrp="1"/>
          </p:cNvSpPr>
          <p:nvPr>
            <p:ph type="body" idx="1"/>
          </p:nvPr>
        </p:nvSpPr>
        <p:spPr/>
        <p:txBody>
          <a:bodyPr/>
          <a:lstStyle/>
          <a:p>
            <a:endParaRPr lang="uk-UA"/>
          </a:p>
        </p:txBody>
      </p:sp>
      <p:sp>
        <p:nvSpPr>
          <p:cNvPr id="4" name="Объект 3"/>
          <p:cNvSpPr>
            <a:spLocks noGrp="1"/>
          </p:cNvSpPr>
          <p:nvPr>
            <p:ph sz="half" idx="2"/>
          </p:nvPr>
        </p:nvSpPr>
        <p:spPr/>
        <p:txBody>
          <a:bodyPr/>
          <a:lstStyle/>
          <a:p>
            <a:pPr marL="0" indent="0">
              <a:buNone/>
            </a:pPr>
            <a:r>
              <a:rPr lang="ru-RU" dirty="0"/>
              <a:t>Ключ до тесту "</a:t>
            </a:r>
            <a:r>
              <a:rPr lang="ru-RU" dirty="0" err="1"/>
              <a:t>Чи</a:t>
            </a:r>
            <a:r>
              <a:rPr lang="ru-RU" dirty="0"/>
              <a:t> </a:t>
            </a:r>
            <a:r>
              <a:rPr lang="ru-RU" dirty="0" err="1"/>
              <a:t>конфліктна</a:t>
            </a:r>
            <a:r>
              <a:rPr lang="ru-RU" dirty="0"/>
              <a:t> Ви </a:t>
            </a:r>
            <a:r>
              <a:rPr lang="ru-RU" dirty="0" err="1"/>
              <a:t>особистість</a:t>
            </a:r>
            <a:r>
              <a:rPr lang="ru-RU" dirty="0"/>
              <a:t>":</a:t>
            </a:r>
          </a:p>
          <a:p>
            <a:r>
              <a:rPr lang="ru-RU" dirty="0" err="1"/>
              <a:t>Кожна</a:t>
            </a:r>
            <a:r>
              <a:rPr lang="ru-RU" dirty="0"/>
              <a:t> </a:t>
            </a:r>
            <a:r>
              <a:rPr lang="ru-RU" dirty="0" err="1"/>
              <a:t>відповідь</a:t>
            </a:r>
            <a:r>
              <a:rPr lang="ru-RU" dirty="0"/>
              <a:t> "а" - 4 </a:t>
            </a:r>
            <a:r>
              <a:rPr lang="ru-RU" dirty="0" err="1"/>
              <a:t>бали</a:t>
            </a:r>
            <a:r>
              <a:rPr lang="ru-RU" dirty="0"/>
              <a:t>; </a:t>
            </a:r>
            <a:endParaRPr lang="ru-RU" dirty="0" smtClean="0"/>
          </a:p>
          <a:p>
            <a:r>
              <a:rPr lang="ru-RU" dirty="0" smtClean="0"/>
              <a:t>"</a:t>
            </a:r>
            <a:r>
              <a:rPr lang="ru-RU" dirty="0"/>
              <a:t>б" - 2 </a:t>
            </a:r>
            <a:r>
              <a:rPr lang="ru-RU" dirty="0" err="1"/>
              <a:t>бали</a:t>
            </a:r>
            <a:r>
              <a:rPr lang="ru-RU" dirty="0"/>
              <a:t>; "в" - 0.</a:t>
            </a:r>
          </a:p>
          <a:p>
            <a:endParaRPr lang="uk-UA" dirty="0"/>
          </a:p>
        </p:txBody>
      </p:sp>
      <p:sp>
        <p:nvSpPr>
          <p:cNvPr id="5" name="Текст 4"/>
          <p:cNvSpPr>
            <a:spLocks noGrp="1"/>
          </p:cNvSpPr>
          <p:nvPr>
            <p:ph type="body" sz="quarter" idx="3"/>
          </p:nvPr>
        </p:nvSpPr>
        <p:spPr/>
        <p:txBody>
          <a:bodyPr/>
          <a:lstStyle/>
          <a:p>
            <a:endParaRPr lang="uk-UA"/>
          </a:p>
        </p:txBody>
      </p:sp>
      <p:sp>
        <p:nvSpPr>
          <p:cNvPr id="6" name="Объект 5"/>
          <p:cNvSpPr>
            <a:spLocks noGrp="1"/>
          </p:cNvSpPr>
          <p:nvPr>
            <p:ph sz="quarter" idx="4"/>
          </p:nvPr>
        </p:nvSpPr>
        <p:spPr/>
        <p:txBody>
          <a:bodyPr/>
          <a:lstStyle/>
          <a:p>
            <a:r>
              <a:rPr lang="ru-RU" dirty="0" err="1"/>
              <a:t>Підрахуйте</a:t>
            </a:r>
            <a:r>
              <a:rPr lang="ru-RU" dirty="0"/>
              <a:t> </a:t>
            </a:r>
            <a:r>
              <a:rPr lang="ru-RU" dirty="0" err="1"/>
              <a:t>загальну</a:t>
            </a:r>
            <a:r>
              <a:rPr lang="ru-RU" dirty="0"/>
              <a:t> суму </a:t>
            </a:r>
            <a:r>
              <a:rPr lang="ru-RU" dirty="0" err="1"/>
              <a:t>набраних</a:t>
            </a:r>
            <a:r>
              <a:rPr lang="ru-RU" dirty="0"/>
              <a:t> </a:t>
            </a:r>
            <a:r>
              <a:rPr lang="ru-RU" dirty="0" err="1"/>
              <a:t>балів</a:t>
            </a:r>
            <a:r>
              <a:rPr lang="ru-RU" dirty="0"/>
              <a:t>.</a:t>
            </a:r>
          </a:p>
          <a:p>
            <a:endParaRPr lang="uk-UA" dirty="0"/>
          </a:p>
        </p:txBody>
      </p:sp>
    </p:spTree>
    <p:extLst>
      <p:ext uri="{BB962C8B-B14F-4D97-AF65-F5344CB8AC3E}">
        <p14:creationId xmlns:p14="http://schemas.microsoft.com/office/powerpoint/2010/main" val="50960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Ключ до тесту</a:t>
            </a:r>
            <a:endParaRPr lang="uk-UA" dirty="0"/>
          </a:p>
        </p:txBody>
      </p:sp>
      <p:sp>
        <p:nvSpPr>
          <p:cNvPr id="3" name="Текст 2"/>
          <p:cNvSpPr>
            <a:spLocks noGrp="1"/>
          </p:cNvSpPr>
          <p:nvPr>
            <p:ph type="body" idx="1"/>
          </p:nvPr>
        </p:nvSpPr>
        <p:spPr/>
        <p:txBody>
          <a:bodyPr/>
          <a:lstStyle/>
          <a:p>
            <a:endParaRPr lang="uk-UA"/>
          </a:p>
        </p:txBody>
      </p:sp>
      <p:sp>
        <p:nvSpPr>
          <p:cNvPr id="4" name="Объект 3"/>
          <p:cNvSpPr>
            <a:spLocks noGrp="1"/>
          </p:cNvSpPr>
          <p:nvPr>
            <p:ph sz="half" idx="2"/>
          </p:nvPr>
        </p:nvSpPr>
        <p:spPr/>
        <p:txBody>
          <a:bodyPr>
            <a:normAutofit fontScale="92500" lnSpcReduction="20000"/>
          </a:bodyPr>
          <a:lstStyle/>
          <a:p>
            <a:r>
              <a:rPr lang="ru-RU" dirty="0"/>
              <a:t>20-28 </a:t>
            </a:r>
            <a:r>
              <a:rPr lang="ru-RU" dirty="0" err="1"/>
              <a:t>балів</a:t>
            </a:r>
            <a:r>
              <a:rPr lang="ru-RU" dirty="0"/>
              <a:t>. Ви </a:t>
            </a:r>
            <a:r>
              <a:rPr lang="ru-RU" dirty="0" err="1"/>
              <a:t>тактовні</a:t>
            </a:r>
            <a:r>
              <a:rPr lang="ru-RU" dirty="0"/>
              <a:t> й </a:t>
            </a:r>
            <a:r>
              <a:rPr lang="ru-RU" dirty="0" err="1"/>
              <a:t>миролюбні</a:t>
            </a:r>
            <a:r>
              <a:rPr lang="ru-RU" dirty="0"/>
              <a:t>, </a:t>
            </a:r>
            <a:r>
              <a:rPr lang="ru-RU" dirty="0" err="1"/>
              <a:t>уникаєте</a:t>
            </a:r>
            <a:r>
              <a:rPr lang="ru-RU" dirty="0"/>
              <a:t> </a:t>
            </a:r>
            <a:r>
              <a:rPr lang="ru-RU" dirty="0" err="1"/>
              <a:t>конфліктів</a:t>
            </a:r>
            <a:r>
              <a:rPr lang="ru-RU" dirty="0"/>
              <a:t> і </a:t>
            </a:r>
            <a:r>
              <a:rPr lang="ru-RU" dirty="0" err="1"/>
              <a:t>суперечок</a:t>
            </a:r>
            <a:r>
              <a:rPr lang="ru-RU" dirty="0"/>
              <a:t>, </a:t>
            </a:r>
            <a:r>
              <a:rPr lang="ru-RU" dirty="0" err="1"/>
              <a:t>уникаєте</a:t>
            </a:r>
            <a:r>
              <a:rPr lang="ru-RU" dirty="0"/>
              <a:t> </a:t>
            </a:r>
            <a:r>
              <a:rPr lang="ru-RU" dirty="0" err="1"/>
              <a:t>критичних</a:t>
            </a:r>
            <a:r>
              <a:rPr lang="ru-RU" dirty="0"/>
              <a:t> </a:t>
            </a:r>
            <a:r>
              <a:rPr lang="ru-RU" dirty="0" err="1"/>
              <a:t>ситуацій</a:t>
            </a:r>
            <a:r>
              <a:rPr lang="ru-RU" dirty="0"/>
              <a:t> на </a:t>
            </a:r>
            <a:r>
              <a:rPr lang="ru-RU" dirty="0" err="1"/>
              <a:t>роботі</a:t>
            </a:r>
            <a:r>
              <a:rPr lang="ru-RU" dirty="0"/>
              <a:t> й </a:t>
            </a:r>
            <a:r>
              <a:rPr lang="ru-RU" dirty="0" err="1"/>
              <a:t>удома</a:t>
            </a:r>
            <a:r>
              <a:rPr lang="ru-RU" dirty="0"/>
              <a:t>. </a:t>
            </a:r>
            <a:r>
              <a:rPr lang="ru-RU" dirty="0" err="1"/>
              <a:t>Можливо</a:t>
            </a:r>
            <a:r>
              <a:rPr lang="ru-RU" dirty="0"/>
              <a:t>, </a:t>
            </a:r>
            <a:r>
              <a:rPr lang="ru-RU" dirty="0" err="1"/>
              <a:t>інколи</a:t>
            </a:r>
            <a:r>
              <a:rPr lang="ru-RU" dirty="0"/>
              <a:t> Вас </a:t>
            </a:r>
            <a:r>
              <a:rPr lang="ru-RU" dirty="0" err="1"/>
              <a:t>називають</a:t>
            </a:r>
            <a:r>
              <a:rPr lang="ru-RU" dirty="0"/>
              <a:t> </a:t>
            </a:r>
            <a:r>
              <a:rPr lang="ru-RU" dirty="0" err="1"/>
              <a:t>пристосуванцем</a:t>
            </a:r>
            <a:r>
              <a:rPr lang="ru-RU" dirty="0"/>
              <a:t>.</a:t>
            </a:r>
          </a:p>
          <a:p>
            <a:endParaRPr lang="ru-RU" dirty="0"/>
          </a:p>
          <a:p>
            <a:r>
              <a:rPr lang="ru-RU" dirty="0"/>
              <a:t>10-18 </a:t>
            </a:r>
            <a:r>
              <a:rPr lang="ru-RU" dirty="0" err="1"/>
              <a:t>балів</a:t>
            </a:r>
            <a:r>
              <a:rPr lang="ru-RU" dirty="0"/>
              <a:t>. Вас </a:t>
            </a:r>
            <a:r>
              <a:rPr lang="ru-RU" dirty="0" err="1"/>
              <a:t>вважають</a:t>
            </a:r>
            <a:r>
              <a:rPr lang="ru-RU" dirty="0"/>
              <a:t> </a:t>
            </a:r>
            <a:r>
              <a:rPr lang="ru-RU" dirty="0" err="1"/>
              <a:t>людиною</a:t>
            </a:r>
            <a:r>
              <a:rPr lang="ru-RU" dirty="0"/>
              <a:t> </a:t>
            </a:r>
            <a:r>
              <a:rPr lang="ru-RU" dirty="0" err="1"/>
              <a:t>конфліктним</a:t>
            </a:r>
            <a:r>
              <a:rPr lang="ru-RU" dirty="0"/>
              <a:t>. Але </a:t>
            </a:r>
            <a:r>
              <a:rPr lang="ru-RU" dirty="0" err="1"/>
              <a:t>насправді</a:t>
            </a:r>
            <a:r>
              <a:rPr lang="ru-RU" dirty="0"/>
              <a:t> Ви </a:t>
            </a:r>
            <a:r>
              <a:rPr lang="ru-RU" dirty="0" err="1"/>
              <a:t>конфліктуєте</a:t>
            </a:r>
            <a:r>
              <a:rPr lang="ru-RU" dirty="0"/>
              <a:t> </a:t>
            </a:r>
            <a:r>
              <a:rPr lang="ru-RU" dirty="0" err="1"/>
              <a:t>лише</a:t>
            </a:r>
            <a:r>
              <a:rPr lang="ru-RU" dirty="0"/>
              <a:t> </a:t>
            </a:r>
            <a:r>
              <a:rPr lang="ru-RU" dirty="0" err="1"/>
              <a:t>тоді</a:t>
            </a:r>
            <a:r>
              <a:rPr lang="ru-RU" dirty="0"/>
              <a:t>, коли </a:t>
            </a:r>
            <a:r>
              <a:rPr lang="ru-RU" dirty="0" err="1"/>
              <a:t>немає</a:t>
            </a:r>
            <a:r>
              <a:rPr lang="ru-RU" dirty="0"/>
              <a:t> </a:t>
            </a:r>
            <a:r>
              <a:rPr lang="ru-RU" dirty="0" err="1"/>
              <a:t>іншого</a:t>
            </a:r>
            <a:r>
              <a:rPr lang="ru-RU" dirty="0"/>
              <a:t> </a:t>
            </a:r>
            <a:r>
              <a:rPr lang="ru-RU" dirty="0" err="1"/>
              <a:t>виходу</a:t>
            </a:r>
            <a:r>
              <a:rPr lang="ru-RU" dirty="0"/>
              <a:t> й </a:t>
            </a:r>
            <a:r>
              <a:rPr lang="ru-RU" dirty="0" err="1"/>
              <a:t>усі</a:t>
            </a:r>
            <a:r>
              <a:rPr lang="ru-RU" dirty="0"/>
              <a:t> </a:t>
            </a:r>
            <a:r>
              <a:rPr lang="ru-RU" dirty="0" err="1"/>
              <a:t>засоби</a:t>
            </a:r>
            <a:r>
              <a:rPr lang="ru-RU" dirty="0"/>
              <a:t> </a:t>
            </a:r>
            <a:r>
              <a:rPr lang="ru-RU" dirty="0" err="1"/>
              <a:t>вичерпані</a:t>
            </a:r>
            <a:r>
              <a:rPr lang="ru-RU" dirty="0"/>
              <a:t>. При </a:t>
            </a:r>
            <a:r>
              <a:rPr lang="ru-RU" dirty="0" err="1"/>
              <a:t>цьому</a:t>
            </a:r>
            <a:r>
              <a:rPr lang="ru-RU" dirty="0"/>
              <a:t> не </a:t>
            </a:r>
            <a:r>
              <a:rPr lang="ru-RU" dirty="0" err="1"/>
              <a:t>виходите</a:t>
            </a:r>
            <a:r>
              <a:rPr lang="ru-RU" dirty="0"/>
              <a:t> за рамки </a:t>
            </a:r>
            <a:r>
              <a:rPr lang="ru-RU" dirty="0" err="1"/>
              <a:t>коректності</a:t>
            </a:r>
            <a:r>
              <a:rPr lang="ru-RU" dirty="0"/>
              <a:t>, твердо </a:t>
            </a:r>
            <a:r>
              <a:rPr lang="ru-RU" dirty="0" err="1"/>
              <a:t>обстоюєте</a:t>
            </a:r>
            <a:r>
              <a:rPr lang="ru-RU" dirty="0"/>
              <a:t> свою думку. Все </a:t>
            </a:r>
            <a:r>
              <a:rPr lang="ru-RU" dirty="0" err="1"/>
              <a:t>це</a:t>
            </a:r>
            <a:r>
              <a:rPr lang="ru-RU" dirty="0"/>
              <a:t> </a:t>
            </a:r>
            <a:r>
              <a:rPr lang="ru-RU" dirty="0" err="1"/>
              <a:t>викликає</a:t>
            </a:r>
            <a:r>
              <a:rPr lang="ru-RU" dirty="0"/>
              <a:t> до Вас </a:t>
            </a:r>
            <a:r>
              <a:rPr lang="ru-RU" dirty="0" err="1"/>
              <a:t>повагу</a:t>
            </a:r>
            <a:r>
              <a:rPr lang="ru-RU" dirty="0"/>
              <a:t>.</a:t>
            </a:r>
          </a:p>
          <a:p>
            <a:endParaRPr lang="ru-RU" dirty="0"/>
          </a:p>
        </p:txBody>
      </p:sp>
      <p:sp>
        <p:nvSpPr>
          <p:cNvPr id="5" name="Текст 4"/>
          <p:cNvSpPr>
            <a:spLocks noGrp="1"/>
          </p:cNvSpPr>
          <p:nvPr>
            <p:ph type="body" sz="quarter" idx="3"/>
          </p:nvPr>
        </p:nvSpPr>
        <p:spPr/>
        <p:txBody>
          <a:bodyPr/>
          <a:lstStyle/>
          <a:p>
            <a:endParaRPr lang="uk-UA"/>
          </a:p>
        </p:txBody>
      </p:sp>
      <p:sp>
        <p:nvSpPr>
          <p:cNvPr id="6" name="Объект 5"/>
          <p:cNvSpPr>
            <a:spLocks noGrp="1"/>
          </p:cNvSpPr>
          <p:nvPr>
            <p:ph sz="quarter" idx="4"/>
          </p:nvPr>
        </p:nvSpPr>
        <p:spPr/>
        <p:txBody>
          <a:bodyPr/>
          <a:lstStyle/>
          <a:p>
            <a:r>
              <a:rPr lang="ru-RU" dirty="0"/>
              <a:t>До 8 </a:t>
            </a:r>
            <a:r>
              <a:rPr lang="ru-RU" dirty="0" err="1"/>
              <a:t>балів</a:t>
            </a:r>
            <a:r>
              <a:rPr lang="ru-RU" dirty="0"/>
              <a:t>. </a:t>
            </a:r>
            <a:r>
              <a:rPr lang="ru-RU" dirty="0" err="1"/>
              <a:t>Конфлікти</a:t>
            </a:r>
            <a:r>
              <a:rPr lang="ru-RU" dirty="0"/>
              <a:t> й </a:t>
            </a:r>
            <a:r>
              <a:rPr lang="ru-RU" dirty="0" err="1"/>
              <a:t>суперечки</a:t>
            </a:r>
            <a:r>
              <a:rPr lang="ru-RU" dirty="0"/>
              <a:t> — </a:t>
            </a:r>
            <a:r>
              <a:rPr lang="ru-RU" dirty="0" err="1"/>
              <a:t>це</a:t>
            </a:r>
            <a:r>
              <a:rPr lang="ru-RU" dirty="0"/>
              <a:t> Ваша </a:t>
            </a:r>
            <a:r>
              <a:rPr lang="ru-RU" dirty="0" err="1"/>
              <a:t>стихія</a:t>
            </a:r>
            <a:r>
              <a:rPr lang="ru-RU" dirty="0"/>
              <a:t>. Любите </a:t>
            </a:r>
            <a:r>
              <a:rPr lang="ru-RU" dirty="0" err="1"/>
              <a:t>критикувати</a:t>
            </a:r>
            <a:r>
              <a:rPr lang="ru-RU" dirty="0"/>
              <a:t> </a:t>
            </a:r>
            <a:r>
              <a:rPr lang="ru-RU" dirty="0" err="1"/>
              <a:t>інших</a:t>
            </a:r>
            <a:r>
              <a:rPr lang="ru-RU" dirty="0"/>
              <a:t>, але не </a:t>
            </a:r>
            <a:r>
              <a:rPr lang="ru-RU" dirty="0" err="1"/>
              <a:t>виносите</a:t>
            </a:r>
            <a:r>
              <a:rPr lang="ru-RU" dirty="0"/>
              <a:t> критики у свою адресу. Ваша </a:t>
            </a:r>
            <a:r>
              <a:rPr lang="ru-RU" dirty="0" err="1"/>
              <a:t>брутальність</a:t>
            </a:r>
            <a:r>
              <a:rPr lang="ru-RU" dirty="0"/>
              <a:t> і </a:t>
            </a:r>
            <a:r>
              <a:rPr lang="ru-RU" dirty="0" err="1"/>
              <a:t>нестриманість</a:t>
            </a:r>
            <a:r>
              <a:rPr lang="ru-RU" dirty="0"/>
              <a:t> </a:t>
            </a:r>
            <a:r>
              <a:rPr lang="ru-RU" dirty="0" err="1"/>
              <a:t>відштовхує</a:t>
            </a:r>
            <a:r>
              <a:rPr lang="ru-RU" dirty="0"/>
              <a:t> людей. З Вами </a:t>
            </a:r>
            <a:r>
              <a:rPr lang="ru-RU" dirty="0" err="1"/>
              <a:t>важко</a:t>
            </a:r>
            <a:r>
              <a:rPr lang="ru-RU" dirty="0"/>
              <a:t> як на </a:t>
            </a:r>
            <a:r>
              <a:rPr lang="ru-RU" dirty="0" err="1"/>
              <a:t>роботі</a:t>
            </a:r>
            <a:r>
              <a:rPr lang="ru-RU" dirty="0"/>
              <a:t>, так і </a:t>
            </a:r>
            <a:r>
              <a:rPr lang="ru-RU" dirty="0" err="1"/>
              <a:t>вдома</a:t>
            </a:r>
            <a:r>
              <a:rPr lang="ru-RU" dirty="0"/>
              <a:t>. </a:t>
            </a:r>
            <a:r>
              <a:rPr lang="ru-RU" dirty="0" err="1"/>
              <a:t>Постарайтеся</a:t>
            </a:r>
            <a:r>
              <a:rPr lang="ru-RU" dirty="0"/>
              <a:t> </a:t>
            </a:r>
            <a:r>
              <a:rPr lang="ru-RU" dirty="0" err="1"/>
              <a:t>перебороти</a:t>
            </a:r>
            <a:r>
              <a:rPr lang="ru-RU" dirty="0"/>
              <a:t> </a:t>
            </a:r>
            <a:r>
              <a:rPr lang="ru-RU" dirty="0" err="1"/>
              <a:t>свій</a:t>
            </a:r>
            <a:r>
              <a:rPr lang="ru-RU" dirty="0"/>
              <a:t> характер.</a:t>
            </a:r>
            <a:endParaRPr lang="uk-UA" dirty="0"/>
          </a:p>
          <a:p>
            <a:endParaRPr lang="uk-UA" dirty="0"/>
          </a:p>
        </p:txBody>
      </p:sp>
    </p:spTree>
    <p:extLst>
      <p:ext uri="{BB962C8B-B14F-4D97-AF65-F5344CB8AC3E}">
        <p14:creationId xmlns:p14="http://schemas.microsoft.com/office/powerpoint/2010/main" val="274788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098623" y="239843"/>
            <a:ext cx="8739266" cy="2062103"/>
          </a:xfrm>
          <a:prstGeom prst="rect">
            <a:avLst/>
          </a:prstGeom>
          <a:noFill/>
        </p:spPr>
        <p:txBody>
          <a:bodyPr wrap="square" rtlCol="0">
            <a:spAutoFit/>
          </a:bodyPr>
          <a:lstStyle/>
          <a:p>
            <a:pPr algn="ctr"/>
            <a:r>
              <a:rPr lang="uk-UA" sz="3200" b="1" i="1" dirty="0" smtClean="0">
                <a:solidFill>
                  <a:schemeClr val="tx2">
                    <a:lumMod val="75000"/>
                  </a:schemeClr>
                </a:solidFill>
              </a:rPr>
              <a:t>Маршрут до  саморозвиненої особистості:</a:t>
            </a:r>
          </a:p>
          <a:p>
            <a:pPr algn="ctr"/>
            <a:r>
              <a:rPr lang="uk-UA" sz="3200" b="1" i="1" dirty="0" smtClean="0">
                <a:solidFill>
                  <a:schemeClr val="tx2">
                    <a:lumMod val="75000"/>
                  </a:schemeClr>
                </a:solidFill>
              </a:rPr>
              <a:t> “ Психологічний аватар ”</a:t>
            </a:r>
          </a:p>
          <a:p>
            <a:pPr algn="ctr"/>
            <a:endParaRPr lang="uk-UA" sz="3200" i="1" dirty="0" smtClean="0">
              <a:solidFill>
                <a:srgbClr val="1F497D">
                  <a:lumMod val="75000"/>
                </a:srgbClr>
              </a:solidFill>
            </a:endParaRPr>
          </a:p>
          <a:p>
            <a:pPr algn="ctr"/>
            <a:endParaRPr lang="uk-UA" sz="3200" b="1" i="1" dirty="0">
              <a:solidFill>
                <a:schemeClr val="tx2">
                  <a:lumMod val="75000"/>
                </a:schemeClr>
              </a:solidFill>
            </a:endParaRPr>
          </a:p>
        </p:txBody>
      </p:sp>
      <p:pic>
        <p:nvPicPr>
          <p:cNvPr id="92162" name="Picture 2" descr="C:\Users\user\Desktop\4jtyrx6g3hir67xearfuo6xi436jc3sachvcdoaizecfr3dnitcq_3_0.png"/>
          <p:cNvPicPr>
            <a:picLocks noChangeAspect="1" noChangeArrowheads="1"/>
          </p:cNvPicPr>
          <p:nvPr/>
        </p:nvPicPr>
        <p:blipFill>
          <a:blip r:embed="rId3"/>
          <a:srcRect/>
          <a:stretch>
            <a:fillRect/>
          </a:stretch>
        </p:blipFill>
        <p:spPr bwMode="auto">
          <a:xfrm>
            <a:off x="1678896" y="1783829"/>
            <a:ext cx="8994097" cy="4646951"/>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 </a:t>
            </a:r>
            <a:endParaRPr lang="uk-UA" sz="3200" b="1" i="1" dirty="0" smtClean="0">
              <a:solidFill>
                <a:srgbClr val="1F497D">
                  <a:lumMod val="75000"/>
                </a:srgbClr>
              </a:solidFill>
            </a:endParaRPr>
          </a:p>
          <a:p>
            <a:pPr algn="ctr"/>
            <a:endParaRPr lang="uk-UA" sz="3200" b="1" i="1" dirty="0">
              <a:solidFill>
                <a:schemeClr val="tx2">
                  <a:lumMod val="75000"/>
                </a:schemeClr>
              </a:solidFill>
            </a:endParaRPr>
          </a:p>
        </p:txBody>
      </p:sp>
      <p:pic>
        <p:nvPicPr>
          <p:cNvPr id="95234" name="Picture 2" descr="C:\Users\user\Desktop\uk-wheel.jpg"/>
          <p:cNvPicPr>
            <a:picLocks noChangeAspect="1" noChangeArrowheads="1"/>
          </p:cNvPicPr>
          <p:nvPr/>
        </p:nvPicPr>
        <p:blipFill>
          <a:blip r:embed="rId3"/>
          <a:srcRect/>
          <a:stretch>
            <a:fillRect/>
          </a:stretch>
        </p:blipFill>
        <p:spPr bwMode="auto">
          <a:xfrm>
            <a:off x="914401" y="1523999"/>
            <a:ext cx="10118360" cy="5011712"/>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569660"/>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саморозвитку особистості: </a:t>
            </a:r>
            <a:endParaRPr lang="uk-UA" sz="3200" b="1" i="1" dirty="0" smtClean="0">
              <a:solidFill>
                <a:srgbClr val="1F497D">
                  <a:lumMod val="75000"/>
                </a:srgbClr>
              </a:solidFill>
            </a:endParaRPr>
          </a:p>
          <a:p>
            <a:pPr algn="ctr"/>
            <a:endParaRPr lang="uk-UA" sz="3200" b="1" i="1" dirty="0">
              <a:solidFill>
                <a:schemeClr val="tx2">
                  <a:lumMod val="75000"/>
                </a:schemeClr>
              </a:solidFill>
            </a:endParaRPr>
          </a:p>
        </p:txBody>
      </p:sp>
      <p:pic>
        <p:nvPicPr>
          <p:cNvPr id="28" name="Picture 3" descr="C:\Users\user\Desktop\1674701690730 (1).jpg"/>
          <p:cNvPicPr>
            <a:picLocks noChangeAspect="1" noChangeArrowheads="1"/>
          </p:cNvPicPr>
          <p:nvPr/>
        </p:nvPicPr>
        <p:blipFill>
          <a:blip r:embed="rId3" cstate="print"/>
          <a:srcRect r="3549" b="2467"/>
          <a:stretch>
            <a:fillRect/>
          </a:stretch>
        </p:blipFill>
        <p:spPr bwMode="auto">
          <a:xfrm>
            <a:off x="1469036" y="1443849"/>
            <a:ext cx="9368852" cy="5196793"/>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 </a:t>
            </a:r>
            <a:endParaRPr lang="uk-UA" sz="3200" b="1" i="1" dirty="0" smtClean="0">
              <a:solidFill>
                <a:srgbClr val="1F497D">
                  <a:lumMod val="75000"/>
                </a:srgbClr>
              </a:solidFill>
            </a:endParaRPr>
          </a:p>
          <a:p>
            <a:pPr algn="ctr"/>
            <a:endParaRPr lang="uk-UA" sz="3200" b="1" i="1" dirty="0">
              <a:solidFill>
                <a:schemeClr val="tx2">
                  <a:lumMod val="75000"/>
                </a:schemeClr>
              </a:solidFill>
            </a:endParaRPr>
          </a:p>
        </p:txBody>
      </p:sp>
      <p:pic>
        <p:nvPicPr>
          <p:cNvPr id="93186" name="Picture 2" descr="C:\Users\user\Desktop\IMG_4391 - копия.jpg"/>
          <p:cNvPicPr>
            <a:picLocks noChangeAspect="1" noChangeArrowheads="1"/>
          </p:cNvPicPr>
          <p:nvPr/>
        </p:nvPicPr>
        <p:blipFill>
          <a:blip r:embed="rId3"/>
          <a:srcRect/>
          <a:stretch>
            <a:fillRect/>
          </a:stretch>
        </p:blipFill>
        <p:spPr bwMode="auto">
          <a:xfrm>
            <a:off x="869430" y="1439055"/>
            <a:ext cx="10732957" cy="5171607"/>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a:t>
            </a:r>
            <a:endParaRPr lang="uk-UA" sz="3200" b="1" i="1" dirty="0" smtClean="0">
              <a:solidFill>
                <a:srgbClr val="C00000"/>
              </a:solidFill>
            </a:endParaRPr>
          </a:p>
          <a:p>
            <a:pPr algn="ctr"/>
            <a:endParaRPr lang="uk-UA" sz="3200" b="1" i="1" dirty="0">
              <a:solidFill>
                <a:schemeClr val="tx2">
                  <a:lumMod val="75000"/>
                </a:schemeClr>
              </a:solidFill>
            </a:endParaRPr>
          </a:p>
        </p:txBody>
      </p:sp>
      <p:sp>
        <p:nvSpPr>
          <p:cNvPr id="8" name="WordArt 57"/>
          <p:cNvSpPr>
            <a:spLocks noChangeArrowheads="1" noChangeShapeType="1" noTextEdit="1"/>
          </p:cNvSpPr>
          <p:nvPr/>
        </p:nvSpPr>
        <p:spPr bwMode="auto">
          <a:xfrm rot="20659357">
            <a:off x="1196262" y="1574104"/>
            <a:ext cx="1299857" cy="965200"/>
          </a:xfrm>
          <a:prstGeom prst="rect">
            <a:avLst/>
          </a:prstGeom>
        </p:spPr>
        <p:txBody>
          <a:bodyPr wrap="none" fromWordArt="1">
            <a:prstTxWarp prst="textSlantUp">
              <a:avLst>
                <a:gd name="adj" fmla="val 32056"/>
              </a:avLst>
            </a:prstTxWarp>
          </a:bodyPr>
          <a:lstStyle/>
          <a:p>
            <a:r>
              <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5  </a:t>
            </a:r>
            <a:r>
              <a:rPr lang="uk-UA" sz="2800" kern="10" dirty="0" smtClean="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клас</a:t>
            </a:r>
            <a:endPar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endParaRPr>
          </a:p>
        </p:txBody>
      </p:sp>
      <p:sp>
        <p:nvSpPr>
          <p:cNvPr id="10" name="WordArt 55"/>
          <p:cNvSpPr>
            <a:spLocks noChangeArrowheads="1" noChangeShapeType="1" noTextEdit="1"/>
          </p:cNvSpPr>
          <p:nvPr/>
        </p:nvSpPr>
        <p:spPr bwMode="auto">
          <a:xfrm>
            <a:off x="8364511" y="1364104"/>
            <a:ext cx="3177915" cy="691500"/>
          </a:xfrm>
          <a:prstGeom prst="rect">
            <a:avLst/>
          </a:prstGeom>
        </p:spPr>
        <p:txBody>
          <a:bodyPr wrap="none" fromWordArt="1">
            <a:prstTxWarp prst="textPlain">
              <a:avLst>
                <a:gd name="adj" fmla="val 50000"/>
              </a:avLst>
            </a:prstTxWarp>
          </a:bodyPr>
          <a:lstStyle/>
          <a:p>
            <a:r>
              <a:rPr lang="uk-UA" sz="3600" kern="10" dirty="0">
                <a:ln w="19050">
                  <a:solidFill>
                    <a:srgbClr val="99CCFF"/>
                  </a:solidFill>
                  <a:round/>
                  <a:headEnd/>
                  <a:tailEnd/>
                </a:ln>
                <a:solidFill>
                  <a:srgbClr val="FFFF00"/>
                </a:solidFill>
                <a:effectLst>
                  <a:outerShdw dist="35921" dir="2700000" algn="ctr" rotWithShape="0">
                    <a:srgbClr val="990000"/>
                  </a:outerShdw>
                </a:effectLst>
                <a:latin typeface="Impact"/>
              </a:rPr>
              <a:t>"</a:t>
            </a:r>
            <a:r>
              <a:rPr lang="uk-UA" sz="3600" kern="10" dirty="0" smtClean="0">
                <a:ln w="19050">
                  <a:solidFill>
                    <a:srgbClr val="99CCFF"/>
                  </a:solidFill>
                  <a:round/>
                  <a:headEnd/>
                  <a:tailEnd/>
                </a:ln>
                <a:solidFill>
                  <a:srgbClr val="FFFF00"/>
                </a:solidFill>
                <a:effectLst>
                  <a:outerShdw dist="35921" dir="2700000" algn="ctr" rotWithShape="0">
                    <a:srgbClr val="990000"/>
                  </a:outerShdw>
                </a:effectLst>
                <a:latin typeface="Impact"/>
              </a:rPr>
              <a:t>Пізнай себе"</a:t>
            </a:r>
            <a:endParaRPr lang="uk-UA" sz="3600" kern="10" dirty="0">
              <a:ln w="19050">
                <a:solidFill>
                  <a:srgbClr val="99CCFF"/>
                </a:solidFill>
                <a:round/>
                <a:headEnd/>
                <a:tailEnd/>
              </a:ln>
              <a:solidFill>
                <a:srgbClr val="FFFF00"/>
              </a:solidFill>
              <a:effectLst>
                <a:outerShdw dist="35921" dir="2700000" algn="ctr" rotWithShape="0">
                  <a:srgbClr val="990000"/>
                </a:outerShdw>
              </a:effectLst>
              <a:latin typeface="Impact"/>
            </a:endParaRPr>
          </a:p>
        </p:txBody>
      </p:sp>
      <p:sp>
        <p:nvSpPr>
          <p:cNvPr id="11" name="WordArt 56"/>
          <p:cNvSpPr>
            <a:spLocks noChangeArrowheads="1" noChangeShapeType="1" noTextEdit="1"/>
          </p:cNvSpPr>
          <p:nvPr/>
        </p:nvSpPr>
        <p:spPr bwMode="auto">
          <a:xfrm rot="779102">
            <a:off x="5352988" y="2038023"/>
            <a:ext cx="6118327" cy="4186115"/>
          </a:xfrm>
          <a:prstGeom prst="rect">
            <a:avLst/>
          </a:prstGeom>
        </p:spPr>
        <p:txBody>
          <a:bodyPr wrap="none" fromWordArt="1">
            <a:prstTxWarp prst="textWave1">
              <a:avLst>
                <a:gd name="adj1" fmla="val 13005"/>
                <a:gd name="adj2" fmla="val 0"/>
              </a:avLst>
            </a:prstTxWarp>
          </a:bodyPr>
          <a:lstStyle/>
          <a:p>
            <a:pPr algn="ctr"/>
            <a:r>
              <a:rPr lang="ru-RU" kern="10" dirty="0" smtClean="0">
                <a:ln w="9525">
                  <a:solidFill>
                    <a:schemeClr val="folHlink"/>
                  </a:solidFill>
                  <a:round/>
                  <a:headEnd/>
                  <a:tailEnd/>
                </a:ln>
                <a:effectLst>
                  <a:outerShdw dist="53882" dir="2700000" algn="ctr" rotWithShape="0">
                    <a:srgbClr val="C0C0C0">
                      <a:alpha val="80000"/>
                    </a:srgbClr>
                  </a:outerShdw>
                </a:effectLst>
                <a:latin typeface="Times New Roman"/>
                <a:cs typeface="Times New Roman"/>
              </a:rPr>
              <a:t>  </a:t>
            </a:r>
            <a:r>
              <a:rPr lang="uk-UA" kern="10" dirty="0" smtClean="0">
                <a:ln w="9525">
                  <a:solidFill>
                    <a:schemeClr val="folHlink"/>
                  </a:solidFill>
                  <a:round/>
                  <a:headEnd/>
                  <a:tailEnd/>
                </a:ln>
                <a:solidFill>
                  <a:srgbClr val="FF0066"/>
                </a:solidFill>
                <a:effectLst>
                  <a:outerShdw dist="53882" dir="2700000" algn="ctr" rotWithShape="0">
                    <a:srgbClr val="C0C0C0">
                      <a:alpha val="80000"/>
                    </a:srgbClr>
                  </a:outerShdw>
                </a:effectLst>
                <a:latin typeface="Times New Roman"/>
                <a:cs typeface="Times New Roman"/>
              </a:rPr>
              <a:t>Розумна людина не та,</a:t>
            </a:r>
          </a:p>
          <a:p>
            <a:pPr algn="ctr"/>
            <a:r>
              <a:rPr lang="uk-UA" kern="10" dirty="0" smtClean="0">
                <a:ln w="9525">
                  <a:solidFill>
                    <a:schemeClr val="folHlink"/>
                  </a:solidFill>
                  <a:round/>
                  <a:headEnd/>
                  <a:tailEnd/>
                </a:ln>
                <a:solidFill>
                  <a:srgbClr val="FF0066"/>
                </a:solidFill>
                <a:effectLst>
                  <a:outerShdw dist="53882" dir="2700000" algn="ctr" rotWithShape="0">
                    <a:srgbClr val="C0C0C0">
                      <a:alpha val="80000"/>
                    </a:srgbClr>
                  </a:outerShdw>
                </a:effectLst>
                <a:latin typeface="Times New Roman"/>
                <a:cs typeface="Times New Roman"/>
              </a:rPr>
              <a:t>яка багато знає, а та,</a:t>
            </a:r>
          </a:p>
          <a:p>
            <a:pPr algn="ctr"/>
            <a:r>
              <a:rPr lang="uk-UA" kern="10" dirty="0" smtClean="0">
                <a:ln w="9525">
                  <a:solidFill>
                    <a:schemeClr val="folHlink"/>
                  </a:solidFill>
                  <a:round/>
                  <a:headEnd/>
                  <a:tailEnd/>
                </a:ln>
                <a:solidFill>
                  <a:srgbClr val="FF0066"/>
                </a:solidFill>
                <a:effectLst>
                  <a:outerShdw dist="53882" dir="2700000" algn="ctr" rotWithShape="0">
                    <a:srgbClr val="C0C0C0">
                      <a:alpha val="80000"/>
                    </a:srgbClr>
                  </a:outerShdw>
                </a:effectLst>
                <a:latin typeface="Times New Roman"/>
                <a:cs typeface="Times New Roman"/>
              </a:rPr>
              <a:t>яка знає сама себе</a:t>
            </a:r>
          </a:p>
          <a:p>
            <a:pPr algn="ctr"/>
            <a:r>
              <a:rPr lang="uk-UA" kern="10" dirty="0" smtClean="0">
                <a:ln w="9525">
                  <a:solidFill>
                    <a:schemeClr val="folHlink"/>
                  </a:solidFill>
                  <a:round/>
                  <a:headEnd/>
                  <a:tailEnd/>
                </a:ln>
                <a:solidFill>
                  <a:srgbClr val="FF0066"/>
                </a:solidFill>
                <a:effectLst>
                  <a:outerShdw dist="53882" dir="2700000" algn="ctr" rotWithShape="0">
                    <a:srgbClr val="C0C0C0">
                      <a:alpha val="80000"/>
                    </a:srgbClr>
                  </a:outerShdw>
                </a:effectLst>
                <a:latin typeface="Times New Roman"/>
                <a:cs typeface="Times New Roman"/>
              </a:rPr>
              <a:t>І.Гете</a:t>
            </a:r>
            <a:endParaRPr lang="uk-UA" kern="10" dirty="0">
              <a:ln w="9525">
                <a:solidFill>
                  <a:schemeClr val="folHlink"/>
                </a:solidFill>
                <a:round/>
                <a:headEnd/>
                <a:tailEnd/>
              </a:ln>
              <a:solidFill>
                <a:srgbClr val="FF0066"/>
              </a:solidFill>
              <a:effectLst>
                <a:outerShdw dist="53882" dir="2700000" algn="ctr" rotWithShape="0">
                  <a:srgbClr val="C0C0C0">
                    <a:alpha val="80000"/>
                  </a:srgbClr>
                </a:outerShdw>
              </a:effectLst>
              <a:latin typeface="Times New Roman"/>
              <a:cs typeface="Times New Roman"/>
            </a:endParaRPr>
          </a:p>
        </p:txBody>
      </p:sp>
      <p:sp>
        <p:nvSpPr>
          <p:cNvPr id="12" name="WordArt 2"/>
          <p:cNvSpPr>
            <a:spLocks noChangeArrowheads="1" noChangeShapeType="1" noTextEdit="1"/>
          </p:cNvSpPr>
          <p:nvPr/>
        </p:nvSpPr>
        <p:spPr bwMode="auto">
          <a:xfrm>
            <a:off x="1565275" y="3716338"/>
            <a:ext cx="1873250" cy="1801812"/>
          </a:xfrm>
          <a:prstGeom prst="rect">
            <a:avLst/>
          </a:prstGeom>
        </p:spPr>
        <p:txBody>
          <a:bodyPr wrap="none" fromWordArt="1">
            <a:prstTxWarp prst="textPlain">
              <a:avLst>
                <a:gd name="adj" fmla="val 50000"/>
              </a:avLst>
            </a:prstTxWarp>
          </a:bodyPr>
          <a:lstStyle/>
          <a:p>
            <a:r>
              <a:rPr lang="uk-UA" sz="9600" kern="10" dirty="0">
                <a:ln w="9525">
                  <a:solidFill>
                    <a:srgbClr val="CC99FF"/>
                  </a:solidFill>
                  <a:round/>
                  <a:headEnd/>
                  <a:tailEnd/>
                </a:ln>
                <a:gradFill rotWithShape="0">
                  <a:gsLst>
                    <a:gs pos="0">
                      <a:srgbClr val="6600CC"/>
                    </a:gs>
                    <a:gs pos="100000">
                      <a:srgbClr val="CC00CC"/>
                    </a:gs>
                  </a:gsLst>
                  <a:lin ang="5400000" scaled="1"/>
                </a:gradFill>
                <a:effectLst>
                  <a:outerShdw dist="53882" dir="2700000" algn="ctr" rotWithShape="0">
                    <a:srgbClr val="9999FF">
                      <a:alpha val="80000"/>
                    </a:srgbClr>
                  </a:outerShdw>
                </a:effectLst>
                <a:latin typeface="Arial Unicode MS"/>
                <a:ea typeface="Arial Unicode MS"/>
                <a:cs typeface="Arial Unicode MS"/>
              </a:rPr>
              <a:t>?</a:t>
            </a:r>
          </a:p>
        </p:txBody>
      </p:sp>
      <p:sp>
        <p:nvSpPr>
          <p:cNvPr id="13" name="Rectangle 69"/>
          <p:cNvSpPr>
            <a:spLocks noChangeArrowheads="1"/>
          </p:cNvSpPr>
          <p:nvPr/>
        </p:nvSpPr>
        <p:spPr bwMode="auto">
          <a:xfrm>
            <a:off x="2085090" y="3840371"/>
            <a:ext cx="863600" cy="1006475"/>
          </a:xfrm>
          <a:prstGeom prst="rect">
            <a:avLst/>
          </a:prstGeom>
          <a:noFill/>
          <a:ln w="9525">
            <a:noFill/>
            <a:miter lim="800000"/>
            <a:headEnd/>
            <a:tailEnd/>
          </a:ln>
          <a:effectLst/>
        </p:spPr>
        <p:txBody>
          <a:bodyPr>
            <a:spAutoFit/>
          </a:bodyPr>
          <a:lstStyle/>
          <a:p>
            <a:r>
              <a:rPr lang="ru-RU" sz="6000" dirty="0">
                <a:solidFill>
                  <a:srgbClr val="FF0000"/>
                </a:solidFill>
                <a:effectLst>
                  <a:outerShdw blurRad="38100" dist="38100" dir="2700000" algn="tl">
                    <a:srgbClr val="000000"/>
                  </a:outerShdw>
                </a:effectLst>
              </a:rPr>
              <a:t>Я</a:t>
            </a:r>
          </a:p>
        </p:txBody>
      </p:sp>
      <p:pic>
        <p:nvPicPr>
          <p:cNvPr id="14" name="Picture 67" descr="connected_multiple_big"/>
          <p:cNvPicPr>
            <a:picLocks noChangeAspect="1" noChangeArrowheads="1"/>
          </p:cNvPicPr>
          <p:nvPr/>
        </p:nvPicPr>
        <p:blipFill>
          <a:blip r:embed="rId3"/>
          <a:srcRect/>
          <a:stretch>
            <a:fillRect/>
          </a:stretch>
        </p:blipFill>
        <p:spPr bwMode="auto">
          <a:xfrm>
            <a:off x="296941" y="4231235"/>
            <a:ext cx="1101725" cy="1079500"/>
          </a:xfrm>
          <a:prstGeom prst="rect">
            <a:avLst/>
          </a:prstGeom>
          <a:noFill/>
          <a:ln w="9525">
            <a:solidFill>
              <a:srgbClr val="0099FF"/>
            </a:solidFill>
            <a:miter lim="800000"/>
            <a:headEnd/>
            <a:tailEnd/>
          </a:ln>
        </p:spPr>
      </p:pic>
      <p:pic>
        <p:nvPicPr>
          <p:cNvPr id="15" name="Picture 59"/>
          <p:cNvPicPr>
            <a:picLocks noChangeAspect="1" noChangeArrowheads="1"/>
          </p:cNvPicPr>
          <p:nvPr/>
        </p:nvPicPr>
        <p:blipFill>
          <a:blip r:embed="rId4"/>
          <a:srcRect/>
          <a:stretch>
            <a:fillRect/>
          </a:stretch>
        </p:blipFill>
        <p:spPr bwMode="auto">
          <a:xfrm>
            <a:off x="2013862" y="2432414"/>
            <a:ext cx="1079500" cy="1081088"/>
          </a:xfrm>
          <a:prstGeom prst="rect">
            <a:avLst/>
          </a:prstGeom>
          <a:noFill/>
          <a:ln w="9525">
            <a:noFill/>
            <a:miter lim="800000"/>
            <a:headEnd/>
            <a:tailEnd/>
          </a:ln>
          <a:effectLst/>
        </p:spPr>
      </p:pic>
      <p:pic>
        <p:nvPicPr>
          <p:cNvPr id="16" name="Picture 64"/>
          <p:cNvPicPr>
            <a:picLocks noChangeAspect="1" noChangeArrowheads="1"/>
          </p:cNvPicPr>
          <p:nvPr/>
        </p:nvPicPr>
        <p:blipFill>
          <a:blip r:embed="rId5"/>
          <a:srcRect/>
          <a:stretch>
            <a:fillRect/>
          </a:stretch>
        </p:blipFill>
        <p:spPr bwMode="auto">
          <a:xfrm>
            <a:off x="3768308" y="4272195"/>
            <a:ext cx="1152525" cy="1034322"/>
          </a:xfrm>
          <a:prstGeom prst="rect">
            <a:avLst/>
          </a:prstGeom>
          <a:noFill/>
          <a:ln w="9525">
            <a:noFill/>
            <a:miter lim="800000"/>
            <a:headEnd/>
            <a:tailEnd/>
          </a:ln>
          <a:effectLst/>
        </p:spPr>
      </p:pic>
      <p:sp>
        <p:nvSpPr>
          <p:cNvPr id="17" name="computr1"/>
          <p:cNvSpPr>
            <a:spLocks noEditPoints="1" noChangeArrowheads="1"/>
          </p:cNvSpPr>
          <p:nvPr/>
        </p:nvSpPr>
        <p:spPr bwMode="auto">
          <a:xfrm>
            <a:off x="2030569" y="5778500"/>
            <a:ext cx="1008062" cy="10795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a:effectLst/>
        </p:spPr>
        <p:txBody>
          <a:bodyPr/>
          <a:lstStyle/>
          <a:p>
            <a:endParaRPr lang="uk-U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70" decel="100000"/>
                                        <p:tgtEl>
                                          <p:spTgt spid="10"/>
                                        </p:tgtEl>
                                      </p:cBhvr>
                                    </p:animEffect>
                                    <p:animScale>
                                      <p:cBhvr>
                                        <p:cTn id="14" dur="770" decel="100000"/>
                                        <p:tgtEl>
                                          <p:spTgt spid="10"/>
                                        </p:tgtEl>
                                      </p:cBhvr>
                                      <p:from x="10000" y="10000"/>
                                      <p:to x="200000" y="450000"/>
                                    </p:animScale>
                                    <p:animScale>
                                      <p:cBhvr>
                                        <p:cTn id="15" dur="1230" accel="100000" fill="hold">
                                          <p:stCondLst>
                                            <p:cond delay="770"/>
                                          </p:stCondLst>
                                        </p:cTn>
                                        <p:tgtEl>
                                          <p:spTgt spid="10"/>
                                        </p:tgtEl>
                                      </p:cBhvr>
                                      <p:from x="200000" y="450000"/>
                                      <p:to x="100000" y="100000"/>
                                    </p:animScale>
                                    <p:set>
                                      <p:cBhvr>
                                        <p:cTn id="16" dur="770" fill="hold"/>
                                        <p:tgtEl>
                                          <p:spTgt spid="10"/>
                                        </p:tgtEl>
                                        <p:attrNameLst>
                                          <p:attrName>ppt_x</p:attrName>
                                        </p:attrNameLst>
                                      </p:cBhvr>
                                      <p:to>
                                        <p:strVal val="(0.5)"/>
                                      </p:to>
                                    </p:set>
                                    <p:anim from="(0.5)" to="(#ppt_x)" calcmode="lin" valueType="num">
                                      <p:cBhvr>
                                        <p:cTn id="17" dur="1230" accel="100000" fill="hold">
                                          <p:stCondLst>
                                            <p:cond delay="770"/>
                                          </p:stCondLst>
                                        </p:cTn>
                                        <p:tgtEl>
                                          <p:spTgt spid="10"/>
                                        </p:tgtEl>
                                        <p:attrNameLst>
                                          <p:attrName>ppt_x</p:attrName>
                                        </p:attrNameLst>
                                      </p:cBhvr>
                                    </p:anim>
                                    <p:set>
                                      <p:cBhvr>
                                        <p:cTn id="18" dur="770" fill="hold"/>
                                        <p:tgtEl>
                                          <p:spTgt spid="10"/>
                                        </p:tgtEl>
                                        <p:attrNameLst>
                                          <p:attrName>ppt_y</p:attrName>
                                        </p:attrNameLst>
                                      </p:cBhvr>
                                      <p:to>
                                        <p:strVal val="(#ppt_y+0.4)"/>
                                      </p:to>
                                    </p:set>
                                    <p:anim from="(#ppt_y+0.4)" to="(#ppt_y)" calcmode="lin" valueType="num">
                                      <p:cBhvr>
                                        <p:cTn id="19" dur="1230" accel="100000" fill="hold">
                                          <p:stCondLst>
                                            <p:cond delay="770"/>
                                          </p:stCondLst>
                                        </p:cTn>
                                        <p:tgtEl>
                                          <p:spTgt spid="10"/>
                                        </p:tgtEl>
                                        <p:attrNameLst>
                                          <p:attrName>ppt_y</p:attrName>
                                        </p:attrNameLst>
                                      </p:cBhvr>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0"/>
                                        <p:tgtEl>
                                          <p:spTgt spid="11"/>
                                        </p:tgtEl>
                                      </p:cBhvr>
                                    </p:animEffect>
                                    <p:anim calcmode="lin" valueType="num">
                                      <p:cBhvr>
                                        <p:cTn id="25" dur="2000" fill="hold"/>
                                        <p:tgtEl>
                                          <p:spTgt spid="11"/>
                                        </p:tgtEl>
                                        <p:attrNameLst>
                                          <p:attrName>ppt_x</p:attrName>
                                        </p:attrNameLst>
                                      </p:cBhvr>
                                      <p:tavLst>
                                        <p:tav tm="0">
                                          <p:val>
                                            <p:strVal val="#ppt_x"/>
                                          </p:val>
                                        </p:tav>
                                        <p:tav tm="100000">
                                          <p:val>
                                            <p:strVal val="#ppt_x"/>
                                          </p:val>
                                        </p:tav>
                                      </p:tavLst>
                                    </p:anim>
                                    <p:anim calcmode="lin" valueType="num">
                                      <p:cBhvr>
                                        <p:cTn id="26" dur="2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9" presetClass="entr" presetSubtype="1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2000" fill="hold"/>
                                        <p:tgtEl>
                                          <p:spTgt spid="13"/>
                                        </p:tgtEl>
                                        <p:attrNameLst>
                                          <p:attrName>ppt_w</p:attrName>
                                        </p:attrNameLst>
                                      </p:cBhvr>
                                      <p:tavLst>
                                        <p:tav tm="0" fmla="#ppt_w*sin(2.5*pi*$)">
                                          <p:val>
                                            <p:fltVal val="0"/>
                                          </p:val>
                                        </p:tav>
                                        <p:tav tm="100000">
                                          <p:val>
                                            <p:fltVal val="1"/>
                                          </p:val>
                                        </p:tav>
                                      </p:tavLst>
                                    </p:anim>
                                    <p:anim calcmode="lin" valueType="num">
                                      <p:cBhvr>
                                        <p:cTn id="37" dur="2000" fill="hold"/>
                                        <p:tgtEl>
                                          <p:spTgt spid="13"/>
                                        </p:tgtEl>
                                        <p:attrNameLst>
                                          <p:attrName>ppt_h</p:attrName>
                                        </p:attrNameLst>
                                      </p:cBhvr>
                                      <p:tavLst>
                                        <p:tav tm="0">
                                          <p:val>
                                            <p:strVal val="#ppt_h"/>
                                          </p:val>
                                        </p:tav>
                                        <p:tav tm="100000">
                                          <p:val>
                                            <p:strVal val="#ppt_h"/>
                                          </p:val>
                                        </p:tav>
                                      </p:tavLst>
                                    </p:anim>
                                  </p:childTnLst>
                                </p:cTn>
                              </p:par>
                              <p:par>
                                <p:cTn id="38" presetID="8" presetClass="emph" presetSubtype="0" fill="hold" grpId="1" nodeType="withEffect">
                                  <p:stCondLst>
                                    <p:cond delay="0"/>
                                  </p:stCondLst>
                                  <p:childTnLst>
                                    <p:animRot by="21600000">
                                      <p:cBhvr>
                                        <p:cTn id="39" dur="2000" fill="hold"/>
                                        <p:tgtEl>
                                          <p:spTgt spid="13"/>
                                        </p:tgtEl>
                                        <p:attrNameLst>
                                          <p:attrName>r</p:attrName>
                                        </p:attrNameLst>
                                      </p:cBhvr>
                                    </p:animRot>
                                  </p:childTnLst>
                                </p:cTn>
                              </p:par>
                              <p:par>
                                <p:cTn id="40" presetID="6" presetClass="emph" presetSubtype="0" fill="hold" grpId="2" nodeType="withEffect">
                                  <p:stCondLst>
                                    <p:cond delay="0"/>
                                  </p:stCondLst>
                                  <p:childTnLst>
                                    <p:animScale>
                                      <p:cBhvr>
                                        <p:cTn id="41" dur="2000" fill="hold"/>
                                        <p:tgtEl>
                                          <p:spTgt spid="13"/>
                                        </p:tgtEl>
                                      </p:cBhvr>
                                      <p:by x="150000" y="150000"/>
                                    </p:animScale>
                                  </p:childTnLst>
                                </p:cTn>
                              </p:par>
                            </p:childTnLst>
                          </p:cTn>
                        </p:par>
                      </p:childTnLst>
                    </p:cTn>
                  </p:par>
                  <p:par>
                    <p:cTn id="42" fill="hold">
                      <p:stCondLst>
                        <p:cond delay="indefinite"/>
                      </p:stCondLst>
                      <p:childTnLst>
                        <p:par>
                          <p:cTn id="43" fill="hold">
                            <p:stCondLst>
                              <p:cond delay="0"/>
                            </p:stCondLst>
                            <p:childTnLst>
                              <p:par>
                                <p:cTn id="44" presetID="39" presetClass="entr" presetSubtype="0" accel="10000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ppt_h</p:attrName>
                                        </p:attrNameLst>
                                      </p:cBhvr>
                                      <p:tavLst>
                                        <p:tav tm="0">
                                          <p:val>
                                            <p:strVal val="#ppt_h/20"/>
                                          </p:val>
                                        </p:tav>
                                        <p:tav tm="50000">
                                          <p:val>
                                            <p:strVal val="#ppt_h/20"/>
                                          </p:val>
                                        </p:tav>
                                        <p:tav tm="100000">
                                          <p:val>
                                            <p:strVal val="#ppt_h"/>
                                          </p:val>
                                        </p:tav>
                                      </p:tavLst>
                                    </p:anim>
                                    <p:anim calcmode="lin" valueType="num">
                                      <p:cBhvr>
                                        <p:cTn id="47" dur="500" fill="hold"/>
                                        <p:tgtEl>
                                          <p:spTgt spid="14"/>
                                        </p:tgtEl>
                                        <p:attrNameLst>
                                          <p:attrName>ppt_w</p:attrName>
                                        </p:attrNameLst>
                                      </p:cBhvr>
                                      <p:tavLst>
                                        <p:tav tm="0">
                                          <p:val>
                                            <p:strVal val="#ppt_w+.3"/>
                                          </p:val>
                                        </p:tav>
                                        <p:tav tm="50000">
                                          <p:val>
                                            <p:strVal val="#ppt_w+.3"/>
                                          </p:val>
                                        </p:tav>
                                        <p:tav tm="100000">
                                          <p:val>
                                            <p:strVal val="#ppt_w"/>
                                          </p:val>
                                        </p:tav>
                                      </p:tavLst>
                                    </p:anim>
                                    <p:anim calcmode="lin" valueType="num">
                                      <p:cBhvr>
                                        <p:cTn id="48" dur="500" fill="hold"/>
                                        <p:tgtEl>
                                          <p:spTgt spid="14"/>
                                        </p:tgtEl>
                                        <p:attrNameLst>
                                          <p:attrName>ppt_x</p:attrName>
                                        </p:attrNameLst>
                                      </p:cBhvr>
                                      <p:tavLst>
                                        <p:tav tm="0">
                                          <p:val>
                                            <p:strVal val="#ppt_x-.3"/>
                                          </p:val>
                                        </p:tav>
                                        <p:tav tm="50000">
                                          <p:val>
                                            <p:strVal val="#ppt_x"/>
                                          </p:val>
                                        </p:tav>
                                        <p:tav tm="100000">
                                          <p:val>
                                            <p:strVal val="#ppt_x"/>
                                          </p:val>
                                        </p:tav>
                                      </p:tavLst>
                                    </p:anim>
                                    <p:anim calcmode="lin" valueType="num">
                                      <p:cBhvr>
                                        <p:cTn id="49"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9" presetClass="entr" presetSubtype="0" accel="10000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p:cTn id="54" dur="500" fill="hold"/>
                                        <p:tgtEl>
                                          <p:spTgt spid="15"/>
                                        </p:tgtEl>
                                        <p:attrNameLst>
                                          <p:attrName>ppt_h</p:attrName>
                                        </p:attrNameLst>
                                      </p:cBhvr>
                                      <p:tavLst>
                                        <p:tav tm="0">
                                          <p:val>
                                            <p:strVal val="#ppt_h/20"/>
                                          </p:val>
                                        </p:tav>
                                        <p:tav tm="50000">
                                          <p:val>
                                            <p:strVal val="#ppt_h/20"/>
                                          </p:val>
                                        </p:tav>
                                        <p:tav tm="100000">
                                          <p:val>
                                            <p:strVal val="#ppt_h"/>
                                          </p:val>
                                        </p:tav>
                                      </p:tavLst>
                                    </p:anim>
                                    <p:anim calcmode="lin" valueType="num">
                                      <p:cBhvr>
                                        <p:cTn id="55" dur="500" fill="hold"/>
                                        <p:tgtEl>
                                          <p:spTgt spid="15"/>
                                        </p:tgtEl>
                                        <p:attrNameLst>
                                          <p:attrName>ppt_w</p:attrName>
                                        </p:attrNameLst>
                                      </p:cBhvr>
                                      <p:tavLst>
                                        <p:tav tm="0">
                                          <p:val>
                                            <p:strVal val="#ppt_w+.3"/>
                                          </p:val>
                                        </p:tav>
                                        <p:tav tm="50000">
                                          <p:val>
                                            <p:strVal val="#ppt_w+.3"/>
                                          </p:val>
                                        </p:tav>
                                        <p:tav tm="100000">
                                          <p:val>
                                            <p:strVal val="#ppt_w"/>
                                          </p:val>
                                        </p:tav>
                                      </p:tavLst>
                                    </p:anim>
                                    <p:anim calcmode="lin" valueType="num">
                                      <p:cBhvr>
                                        <p:cTn id="56" dur="500" fill="hold"/>
                                        <p:tgtEl>
                                          <p:spTgt spid="15"/>
                                        </p:tgtEl>
                                        <p:attrNameLst>
                                          <p:attrName>ppt_x</p:attrName>
                                        </p:attrNameLst>
                                      </p:cBhvr>
                                      <p:tavLst>
                                        <p:tav tm="0">
                                          <p:val>
                                            <p:strVal val="#ppt_x-.3"/>
                                          </p:val>
                                        </p:tav>
                                        <p:tav tm="50000">
                                          <p:val>
                                            <p:strVal val="#ppt_x"/>
                                          </p:val>
                                        </p:tav>
                                        <p:tav tm="100000">
                                          <p:val>
                                            <p:strVal val="#ppt_x"/>
                                          </p:val>
                                        </p:tav>
                                      </p:tavLst>
                                    </p:anim>
                                    <p:anim calcmode="lin" valueType="num">
                                      <p:cBhvr>
                                        <p:cTn id="5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9" presetClass="entr" presetSubtype="0" accel="10000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ppt_h</p:attrName>
                                        </p:attrNameLst>
                                      </p:cBhvr>
                                      <p:tavLst>
                                        <p:tav tm="0">
                                          <p:val>
                                            <p:strVal val="#ppt_h/20"/>
                                          </p:val>
                                        </p:tav>
                                        <p:tav tm="50000">
                                          <p:val>
                                            <p:strVal val="#ppt_h/20"/>
                                          </p:val>
                                        </p:tav>
                                        <p:tav tm="100000">
                                          <p:val>
                                            <p:strVal val="#ppt_h"/>
                                          </p:val>
                                        </p:tav>
                                      </p:tavLst>
                                    </p:anim>
                                    <p:anim calcmode="lin" valueType="num">
                                      <p:cBhvr>
                                        <p:cTn id="63" dur="500" fill="hold"/>
                                        <p:tgtEl>
                                          <p:spTgt spid="16"/>
                                        </p:tgtEl>
                                        <p:attrNameLst>
                                          <p:attrName>ppt_w</p:attrName>
                                        </p:attrNameLst>
                                      </p:cBhvr>
                                      <p:tavLst>
                                        <p:tav tm="0">
                                          <p:val>
                                            <p:strVal val="#ppt_w+.3"/>
                                          </p:val>
                                        </p:tav>
                                        <p:tav tm="50000">
                                          <p:val>
                                            <p:strVal val="#ppt_w+.3"/>
                                          </p:val>
                                        </p:tav>
                                        <p:tav tm="100000">
                                          <p:val>
                                            <p:strVal val="#ppt_w"/>
                                          </p:val>
                                        </p:tav>
                                      </p:tavLst>
                                    </p:anim>
                                    <p:anim calcmode="lin" valueType="num">
                                      <p:cBhvr>
                                        <p:cTn id="64" dur="500" fill="hold"/>
                                        <p:tgtEl>
                                          <p:spTgt spid="16"/>
                                        </p:tgtEl>
                                        <p:attrNameLst>
                                          <p:attrName>ppt_x</p:attrName>
                                        </p:attrNameLst>
                                      </p:cBhvr>
                                      <p:tavLst>
                                        <p:tav tm="0">
                                          <p:val>
                                            <p:strVal val="#ppt_x-.3"/>
                                          </p:val>
                                        </p:tav>
                                        <p:tav tm="50000">
                                          <p:val>
                                            <p:strVal val="#ppt_x"/>
                                          </p:val>
                                        </p:tav>
                                        <p:tav tm="100000">
                                          <p:val>
                                            <p:strVal val="#ppt_x"/>
                                          </p:val>
                                        </p:tav>
                                      </p:tavLst>
                                    </p:anim>
                                    <p:anim calcmode="lin" valueType="num">
                                      <p:cBhvr>
                                        <p:cTn id="65"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39" presetClass="entr" presetSubtype="0" accel="10000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500" fill="hold"/>
                                        <p:tgtEl>
                                          <p:spTgt spid="17"/>
                                        </p:tgtEl>
                                        <p:attrNameLst>
                                          <p:attrName>ppt_h</p:attrName>
                                        </p:attrNameLst>
                                      </p:cBhvr>
                                      <p:tavLst>
                                        <p:tav tm="0">
                                          <p:val>
                                            <p:strVal val="#ppt_h/20"/>
                                          </p:val>
                                        </p:tav>
                                        <p:tav tm="50000">
                                          <p:val>
                                            <p:strVal val="#ppt_h/20"/>
                                          </p:val>
                                        </p:tav>
                                        <p:tav tm="100000">
                                          <p:val>
                                            <p:strVal val="#ppt_h"/>
                                          </p:val>
                                        </p:tav>
                                      </p:tavLst>
                                    </p:anim>
                                    <p:anim calcmode="lin" valueType="num">
                                      <p:cBhvr>
                                        <p:cTn id="71" dur="500" fill="hold"/>
                                        <p:tgtEl>
                                          <p:spTgt spid="17"/>
                                        </p:tgtEl>
                                        <p:attrNameLst>
                                          <p:attrName>ppt_w</p:attrName>
                                        </p:attrNameLst>
                                      </p:cBhvr>
                                      <p:tavLst>
                                        <p:tav tm="0">
                                          <p:val>
                                            <p:strVal val="#ppt_w+.3"/>
                                          </p:val>
                                        </p:tav>
                                        <p:tav tm="50000">
                                          <p:val>
                                            <p:strVal val="#ppt_w+.3"/>
                                          </p:val>
                                        </p:tav>
                                        <p:tav tm="100000">
                                          <p:val>
                                            <p:strVal val="#ppt_w"/>
                                          </p:val>
                                        </p:tav>
                                      </p:tavLst>
                                    </p:anim>
                                    <p:anim calcmode="lin" valueType="num">
                                      <p:cBhvr>
                                        <p:cTn id="72" dur="500" fill="hold"/>
                                        <p:tgtEl>
                                          <p:spTgt spid="17"/>
                                        </p:tgtEl>
                                        <p:attrNameLst>
                                          <p:attrName>ppt_x</p:attrName>
                                        </p:attrNameLst>
                                      </p:cBhvr>
                                      <p:tavLst>
                                        <p:tav tm="0">
                                          <p:val>
                                            <p:strVal val="#ppt_x-.3"/>
                                          </p:val>
                                        </p:tav>
                                        <p:tav tm="50000">
                                          <p:val>
                                            <p:strVal val="#ppt_x"/>
                                          </p:val>
                                        </p:tav>
                                        <p:tav tm="100000">
                                          <p:val>
                                            <p:strVal val="#ppt_x"/>
                                          </p:val>
                                        </p:tav>
                                      </p:tavLst>
                                    </p:anim>
                                    <p:anim calcmode="lin" valueType="num">
                                      <p:cBhvr>
                                        <p:cTn id="7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p:bldP spid="13" grpId="1"/>
      <p:bldP spid="13" grpId="2"/>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a:t>
            </a:r>
            <a:endParaRPr lang="uk-UA" sz="3200" b="1" i="1" dirty="0" smtClean="0">
              <a:solidFill>
                <a:srgbClr val="C00000"/>
              </a:solidFill>
            </a:endParaRPr>
          </a:p>
          <a:p>
            <a:pPr algn="ctr"/>
            <a:endParaRPr lang="uk-UA" sz="3200" b="1" i="1" dirty="0">
              <a:solidFill>
                <a:schemeClr val="tx2">
                  <a:lumMod val="75000"/>
                </a:schemeClr>
              </a:solidFill>
            </a:endParaRPr>
          </a:p>
        </p:txBody>
      </p:sp>
      <p:sp>
        <p:nvSpPr>
          <p:cNvPr id="8" name="WordArt 57"/>
          <p:cNvSpPr>
            <a:spLocks noChangeArrowheads="1" noChangeShapeType="1" noTextEdit="1"/>
          </p:cNvSpPr>
          <p:nvPr/>
        </p:nvSpPr>
        <p:spPr bwMode="auto">
          <a:xfrm rot="20659357">
            <a:off x="1076341" y="659704"/>
            <a:ext cx="1299857" cy="965200"/>
          </a:xfrm>
          <a:prstGeom prst="rect">
            <a:avLst/>
          </a:prstGeom>
        </p:spPr>
        <p:txBody>
          <a:bodyPr wrap="none" fromWordArt="1">
            <a:prstTxWarp prst="textSlantUp">
              <a:avLst>
                <a:gd name="adj" fmla="val 32056"/>
              </a:avLst>
            </a:prstTxWarp>
          </a:bodyPr>
          <a:lstStyle/>
          <a:p>
            <a:r>
              <a:rPr lang="uk-UA" sz="2800" kern="10" dirty="0" smtClean="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6  клас</a:t>
            </a:r>
            <a:endPar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endParaRPr>
          </a:p>
        </p:txBody>
      </p:sp>
      <p:sp>
        <p:nvSpPr>
          <p:cNvPr id="10" name="WordArt 55"/>
          <p:cNvSpPr>
            <a:spLocks noChangeArrowheads="1" noChangeShapeType="1" noTextEdit="1"/>
          </p:cNvSpPr>
          <p:nvPr/>
        </p:nvSpPr>
        <p:spPr bwMode="auto">
          <a:xfrm>
            <a:off x="8364511" y="1364104"/>
            <a:ext cx="3177915" cy="691500"/>
          </a:xfrm>
          <a:prstGeom prst="rect">
            <a:avLst/>
          </a:prstGeom>
        </p:spPr>
        <p:txBody>
          <a:bodyPr wrap="none" fromWordArt="1">
            <a:prstTxWarp prst="textPlain">
              <a:avLst>
                <a:gd name="adj" fmla="val 50000"/>
              </a:avLst>
            </a:prstTxWarp>
          </a:bodyPr>
          <a:lstStyle/>
          <a:p>
            <a:r>
              <a:rPr lang="uk-UA" sz="3600" kern="10" dirty="0" smtClean="0">
                <a:ln w="19050">
                  <a:solidFill>
                    <a:srgbClr val="99CCFF"/>
                  </a:solidFill>
                  <a:round/>
                  <a:headEnd/>
                  <a:tailEnd/>
                </a:ln>
                <a:solidFill>
                  <a:srgbClr val="FFFF00"/>
                </a:solidFill>
                <a:effectLst>
                  <a:outerShdw dist="35921" dir="2700000" algn="ctr" rotWithShape="0">
                    <a:srgbClr val="990000"/>
                  </a:outerShdw>
                </a:effectLst>
                <a:latin typeface="Impact"/>
              </a:rPr>
              <a:t>“ Зроби себе сам "</a:t>
            </a:r>
            <a:endParaRPr lang="uk-UA" sz="3600" kern="10" dirty="0">
              <a:ln w="19050">
                <a:solidFill>
                  <a:srgbClr val="99CCFF"/>
                </a:solidFill>
                <a:round/>
                <a:headEnd/>
                <a:tailEnd/>
              </a:ln>
              <a:solidFill>
                <a:srgbClr val="FFFF00"/>
              </a:solidFill>
              <a:effectLst>
                <a:outerShdw dist="35921" dir="2700000" algn="ctr" rotWithShape="0">
                  <a:srgbClr val="990000"/>
                </a:outerShdw>
              </a:effectLst>
              <a:latin typeface="Impact"/>
            </a:endParaRPr>
          </a:p>
        </p:txBody>
      </p:sp>
      <p:sp>
        <p:nvSpPr>
          <p:cNvPr id="18" name="WordArt 57"/>
          <p:cNvSpPr>
            <a:spLocks noChangeArrowheads="1" noChangeShapeType="1" noTextEdit="1"/>
          </p:cNvSpPr>
          <p:nvPr/>
        </p:nvSpPr>
        <p:spPr bwMode="auto">
          <a:xfrm rot="1327084">
            <a:off x="5462314" y="2533522"/>
            <a:ext cx="6062257" cy="3628085"/>
          </a:xfrm>
          <a:prstGeom prst="rect">
            <a:avLst/>
          </a:prstGeom>
        </p:spPr>
        <p:txBody>
          <a:bodyPr wrap="none" fromWordArt="1">
            <a:prstTxWarp prst="textWave1">
              <a:avLst>
                <a:gd name="adj1" fmla="val 13005"/>
                <a:gd name="adj2" fmla="val 2773"/>
              </a:avLst>
            </a:prstTxWarp>
          </a:bodyPr>
          <a:lstStyle/>
          <a:p>
            <a:pPr algn="ctr"/>
            <a:r>
              <a:rPr lang="ru-RU" sz="4000" kern="10" dirty="0" smtClean="0">
                <a:ln w="9525">
                  <a:solidFill>
                    <a:schemeClr val="folHlink"/>
                  </a:solidFill>
                  <a:round/>
                  <a:headEnd/>
                  <a:tailEnd/>
                </a:ln>
                <a:solidFill>
                  <a:srgbClr val="660033"/>
                </a:solidFill>
                <a:cs typeface="Times New Roman"/>
              </a:rPr>
              <a:t>Усі перемоги в житті  починаються з перемоги над </a:t>
            </a:r>
            <a:endParaRPr lang="ru-RU" sz="4000" kern="10" dirty="0">
              <a:ln w="9525">
                <a:solidFill>
                  <a:schemeClr val="folHlink"/>
                </a:solidFill>
                <a:round/>
                <a:headEnd/>
                <a:tailEnd/>
              </a:ln>
              <a:solidFill>
                <a:srgbClr val="660033"/>
              </a:solidFill>
              <a:cs typeface="Times New Roman"/>
            </a:endParaRPr>
          </a:p>
          <a:p>
            <a:pPr algn="ctr"/>
            <a:r>
              <a:rPr lang="ru-RU" sz="4000" kern="10" dirty="0">
                <a:ln w="9525">
                  <a:solidFill>
                    <a:schemeClr val="folHlink"/>
                  </a:solidFill>
                  <a:round/>
                  <a:headEnd/>
                  <a:tailEnd/>
                </a:ln>
                <a:solidFill>
                  <a:srgbClr val="660033"/>
                </a:solidFill>
                <a:cs typeface="Times New Roman"/>
              </a:rPr>
              <a:t>НАД  САМИМ  </a:t>
            </a:r>
            <a:r>
              <a:rPr lang="ru-RU" sz="4000" kern="10" dirty="0" smtClean="0">
                <a:ln w="9525">
                  <a:solidFill>
                    <a:schemeClr val="folHlink"/>
                  </a:solidFill>
                  <a:round/>
                  <a:headEnd/>
                  <a:tailEnd/>
                </a:ln>
                <a:solidFill>
                  <a:srgbClr val="660033"/>
                </a:solidFill>
                <a:cs typeface="Times New Roman"/>
              </a:rPr>
              <a:t>СОБОю. </a:t>
            </a:r>
          </a:p>
          <a:p>
            <a:pPr algn="ctr"/>
            <a:r>
              <a:rPr lang="ru-RU" sz="4000" kern="10" dirty="0" smtClean="0">
                <a:ln w="9525">
                  <a:solidFill>
                    <a:schemeClr val="folHlink"/>
                  </a:solidFill>
                  <a:round/>
                  <a:headEnd/>
                  <a:tailEnd/>
                </a:ln>
                <a:solidFill>
                  <a:srgbClr val="660033"/>
                </a:solidFill>
                <a:cs typeface="Times New Roman"/>
              </a:rPr>
              <a:t>Конфуций</a:t>
            </a:r>
            <a:endParaRPr lang="uk-UA" sz="4000" kern="10" dirty="0">
              <a:ln w="9525">
                <a:solidFill>
                  <a:schemeClr val="folHlink"/>
                </a:solidFill>
                <a:round/>
                <a:headEnd/>
                <a:tailEnd/>
              </a:ln>
              <a:solidFill>
                <a:srgbClr val="660033"/>
              </a:solidFill>
              <a:cs typeface="Times New Roman"/>
            </a:endParaRPr>
          </a:p>
        </p:txBody>
      </p:sp>
      <p:sp>
        <p:nvSpPr>
          <p:cNvPr id="19" name="Rectangle 58"/>
          <p:cNvSpPr txBox="1">
            <a:spLocks noChangeArrowheads="1"/>
          </p:cNvSpPr>
          <p:nvPr/>
        </p:nvSpPr>
        <p:spPr>
          <a:xfrm>
            <a:off x="1109272" y="1764883"/>
            <a:ext cx="5310188" cy="4508500"/>
          </a:xfrm>
          <a:prstGeom prst="rect">
            <a:avLst/>
          </a:prstGeom>
        </p:spPr>
        <p:txBody>
          <a:bodyPr/>
          <a:lstStyle/>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rgbClr val="841C7D"/>
                </a:solidFill>
                <a:effectLst/>
                <a:uLnTx/>
                <a:uFillTx/>
                <a:latin typeface="+mn-lt"/>
                <a:ea typeface="+mn-ea"/>
                <a:cs typeface="+mn-cs"/>
              </a:rPr>
              <a:t>Сам  собі</a:t>
            </a:r>
            <a:r>
              <a:rPr kumimoji="0" lang="uk-UA" sz="3000" b="1" i="1" u="none" strike="noStrike" kern="1200" cap="none" spc="0" normalizeH="0" dirty="0" smtClean="0">
                <a:ln>
                  <a:noFill/>
                </a:ln>
                <a:solidFill>
                  <a:srgbClr val="841C7D"/>
                </a:solidFill>
                <a:effectLst/>
                <a:uLnTx/>
                <a:uFillTx/>
                <a:latin typeface="+mn-lt"/>
                <a:ea typeface="+mn-ea"/>
                <a:cs typeface="+mn-cs"/>
              </a:rPr>
              <a:t> вихователь</a:t>
            </a:r>
            <a:endParaRPr kumimoji="0" lang="uk-UA" sz="3000" b="1" i="1" u="none" strike="noStrike" kern="1200" cap="none" spc="0" normalizeH="0" baseline="0" dirty="0" smtClean="0">
              <a:ln>
                <a:noFill/>
              </a:ln>
              <a:solidFill>
                <a:srgbClr val="841C7D"/>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chemeClr val="tx1"/>
                </a:solidFill>
                <a:effectLst/>
                <a:uLnTx/>
                <a:uFillTx/>
                <a:latin typeface="+mn-lt"/>
                <a:ea typeface="+mn-ea"/>
                <a:cs typeface="+mn-cs"/>
              </a:rPr>
              <a:t> </a:t>
            </a:r>
            <a:r>
              <a:rPr kumimoji="0" lang="uk-UA" sz="3000" b="1" i="1" u="none" strike="noStrike" kern="1200" cap="none" spc="0" normalizeH="0" baseline="0" dirty="0" smtClean="0">
                <a:ln>
                  <a:noFill/>
                </a:ln>
                <a:solidFill>
                  <a:srgbClr val="FF0000"/>
                </a:solidFill>
                <a:effectLst/>
                <a:uLnTx/>
                <a:uFillTx/>
                <a:latin typeface="+mn-lt"/>
                <a:ea typeface="+mn-ea"/>
                <a:cs typeface="+mn-cs"/>
              </a:rPr>
              <a:t>Створи</a:t>
            </a:r>
            <a:r>
              <a:rPr kumimoji="0" lang="uk-UA" sz="3000" b="1" i="1" u="none" strike="noStrike" kern="1200" cap="none" spc="0" normalizeH="0" dirty="0" smtClean="0">
                <a:ln>
                  <a:noFill/>
                </a:ln>
                <a:solidFill>
                  <a:srgbClr val="FF0000"/>
                </a:solidFill>
                <a:effectLst/>
                <a:uLnTx/>
                <a:uFillTx/>
                <a:latin typeface="+mn-lt"/>
                <a:ea typeface="+mn-ea"/>
                <a:cs typeface="+mn-cs"/>
              </a:rPr>
              <a:t> </a:t>
            </a:r>
            <a:r>
              <a:rPr kumimoji="0" lang="uk-UA" sz="3000" b="1" i="1" u="none" strike="noStrike" kern="1200" cap="none" spc="0" normalizeH="0" baseline="0" dirty="0" smtClean="0">
                <a:ln>
                  <a:noFill/>
                </a:ln>
                <a:solidFill>
                  <a:srgbClr val="FF0000"/>
                </a:solidFill>
                <a:effectLst/>
                <a:uLnTx/>
                <a:uFillTx/>
                <a:latin typeface="+mn-lt"/>
                <a:ea typeface="+mn-ea"/>
                <a:cs typeface="+mn-cs"/>
              </a:rPr>
              <a:t> свій  </a:t>
            </a:r>
            <a:r>
              <a:rPr lang="uk-UA" sz="3000" b="1" i="1" dirty="0" smtClean="0">
                <a:solidFill>
                  <a:srgbClr val="FF0000"/>
                </a:solidFill>
              </a:rPr>
              <a:t>і</a:t>
            </a:r>
            <a:r>
              <a:rPr kumimoji="0" lang="uk-UA" sz="3000" b="1" i="1" u="none" strike="noStrike" kern="1200" cap="none" spc="0" normalizeH="0" baseline="0" dirty="0" smtClean="0">
                <a:ln>
                  <a:noFill/>
                </a:ln>
                <a:solidFill>
                  <a:srgbClr val="FF0000"/>
                </a:solidFill>
                <a:effectLst/>
                <a:uLnTx/>
                <a:uFillTx/>
                <a:latin typeface="+mn-lt"/>
                <a:ea typeface="+mn-ea"/>
                <a:cs typeface="+mn-cs"/>
              </a:rPr>
              <a:t>мідж</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lang="uk-UA" sz="3000" b="1" i="1" dirty="0" smtClean="0">
                <a:solidFill>
                  <a:srgbClr val="00CCFF"/>
                </a:solidFill>
              </a:rPr>
              <a:t>В</a:t>
            </a:r>
            <a:r>
              <a:rPr kumimoji="0" lang="uk-UA" sz="3000" b="1" i="1" u="none" strike="noStrike" kern="1200" cap="none" spc="0" normalizeH="0" baseline="0" dirty="0" smtClean="0">
                <a:ln>
                  <a:noFill/>
                </a:ln>
                <a:solidFill>
                  <a:srgbClr val="00CCFF"/>
                </a:solidFill>
                <a:effectLst/>
                <a:uLnTx/>
                <a:uFillTx/>
                <a:latin typeface="+mn-lt"/>
                <a:ea typeface="+mn-ea"/>
                <a:cs typeface="+mn-cs"/>
              </a:rPr>
              <a:t>чись  розуміти  красу</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rgbClr val="FFFF00"/>
                </a:solidFill>
                <a:effectLst/>
                <a:uLnTx/>
                <a:uFillTx/>
                <a:latin typeface="+mn-lt"/>
                <a:ea typeface="+mn-ea"/>
                <a:cs typeface="+mn-cs"/>
              </a:rPr>
              <a:t>Стань  цікавим</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rgbClr val="FF0066"/>
                </a:solidFill>
                <a:effectLst/>
                <a:uLnTx/>
                <a:uFillTx/>
                <a:latin typeface="+mn-lt"/>
                <a:ea typeface="+mn-ea"/>
                <a:cs typeface="+mn-cs"/>
              </a:rPr>
              <a:t>Будь  здоровим</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rgbClr val="7030A0"/>
                </a:solidFill>
                <a:effectLst/>
                <a:uLnTx/>
                <a:uFillTx/>
                <a:latin typeface="+mn-lt"/>
                <a:ea typeface="+mn-ea"/>
                <a:cs typeface="+mn-cs"/>
              </a:rPr>
              <a:t>Вироби  характер</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kumimoji="0" lang="uk-UA" sz="3000" b="1" i="1" u="none" strike="noStrike" kern="1200" cap="none" spc="0" normalizeH="0" baseline="0" dirty="0" smtClean="0">
                <a:ln>
                  <a:noFill/>
                </a:ln>
                <a:solidFill>
                  <a:schemeClr val="accent2">
                    <a:lumMod val="75000"/>
                  </a:schemeClr>
                </a:solidFill>
                <a:effectLst/>
                <a:uLnTx/>
                <a:uFillTx/>
                <a:latin typeface="+mn-lt"/>
                <a:ea typeface="+mn-ea"/>
                <a:cs typeface="+mn-cs"/>
              </a:rPr>
              <a:t>Повір  </a:t>
            </a:r>
            <a:r>
              <a:rPr lang="uk-UA" sz="3000" b="1" i="1" dirty="0" smtClean="0">
                <a:solidFill>
                  <a:schemeClr val="accent2">
                    <a:lumMod val="75000"/>
                  </a:schemeClr>
                </a:solidFill>
              </a:rPr>
              <a:t>у</a:t>
            </a:r>
            <a:r>
              <a:rPr kumimoji="0" lang="uk-UA" sz="3000" b="1" i="1" u="none" strike="noStrike" kern="1200" cap="none" spc="0" normalizeH="0" baseline="0" dirty="0" smtClean="0">
                <a:ln>
                  <a:noFill/>
                </a:ln>
                <a:solidFill>
                  <a:schemeClr val="accent2">
                    <a:lumMod val="75000"/>
                  </a:schemeClr>
                </a:solidFill>
                <a:effectLst/>
                <a:uLnTx/>
                <a:uFillTx/>
                <a:latin typeface="+mn-lt"/>
                <a:ea typeface="+mn-ea"/>
                <a:cs typeface="+mn-cs"/>
              </a:rPr>
              <a:t>  себе</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lang="uk-UA" sz="3000" b="1" i="1" dirty="0" smtClean="0">
                <a:solidFill>
                  <a:srgbClr val="2EA255"/>
                </a:solidFill>
              </a:rPr>
              <a:t>В</a:t>
            </a:r>
            <a:r>
              <a:rPr kumimoji="0" lang="uk-UA" sz="3000" b="1" i="1" u="none" strike="noStrike" kern="1200" cap="none" spc="0" normalizeH="0" baseline="0" dirty="0" smtClean="0">
                <a:ln>
                  <a:noFill/>
                </a:ln>
                <a:solidFill>
                  <a:srgbClr val="2EA255"/>
                </a:solidFill>
                <a:effectLst/>
                <a:uLnTx/>
                <a:uFillTx/>
                <a:latin typeface="+mn-lt"/>
                <a:ea typeface="+mn-ea"/>
                <a:cs typeface="+mn-cs"/>
              </a:rPr>
              <a:t>чись  дружити  </a:t>
            </a:r>
            <a:r>
              <a:rPr lang="uk-UA" sz="3000" b="1" i="1" dirty="0" smtClean="0">
                <a:solidFill>
                  <a:srgbClr val="2EA255"/>
                </a:solidFill>
              </a:rPr>
              <a:t>та</a:t>
            </a:r>
            <a:r>
              <a:rPr kumimoji="0" lang="uk-UA" sz="3000" b="1" i="1" u="none" strike="noStrike" kern="1200" cap="none" spc="0" normalizeH="0" baseline="0" dirty="0" smtClean="0">
                <a:ln>
                  <a:noFill/>
                </a:ln>
                <a:solidFill>
                  <a:srgbClr val="2EA255"/>
                </a:solidFill>
                <a:effectLst/>
                <a:uLnTx/>
                <a:uFillTx/>
                <a:latin typeface="+mn-lt"/>
                <a:ea typeface="+mn-ea"/>
                <a:cs typeface="+mn-cs"/>
              </a:rPr>
              <a:t>  любити</a:t>
            </a:r>
          </a:p>
          <a:p>
            <a:pPr marL="342900" marR="0" lvl="0" indent="-342900" algn="l" defTabSz="914400" rtl="0" eaLnBrk="1" fontAlgn="auto" latinLnBrk="0" hangingPunct="1">
              <a:lnSpc>
                <a:spcPct val="90000"/>
              </a:lnSpc>
              <a:spcBef>
                <a:spcPct val="20000"/>
              </a:spcBef>
              <a:spcAft>
                <a:spcPts val="0"/>
              </a:spcAft>
              <a:buClrTx/>
              <a:buSzTx/>
              <a:buFont typeface="Wingdings" pitchFamily="2" charset="2"/>
              <a:buChar char="ü"/>
              <a:tabLst/>
              <a:defRPr/>
            </a:pPr>
            <a:r>
              <a:rPr lang="uk-UA" sz="3000" b="1" i="1" dirty="0" smtClean="0">
                <a:solidFill>
                  <a:srgbClr val="FF0000"/>
                </a:solidFill>
              </a:rPr>
              <a:t>В</a:t>
            </a:r>
            <a:r>
              <a:rPr kumimoji="0" lang="uk-UA" sz="3000" b="1" i="1" u="none" strike="noStrike" kern="1200" cap="none" spc="0" normalizeH="0" baseline="0" dirty="0" smtClean="0">
                <a:ln>
                  <a:noFill/>
                </a:ln>
                <a:solidFill>
                  <a:srgbClr val="FF0000"/>
                </a:solidFill>
                <a:effectLst/>
                <a:uLnTx/>
                <a:uFillTx/>
                <a:latin typeface="+mn-lt"/>
                <a:ea typeface="+mn-ea"/>
                <a:cs typeface="+mn-cs"/>
              </a:rPr>
              <a:t>мій  працювати</a:t>
            </a:r>
            <a:endParaRPr kumimoji="0" lang="uk-UA" sz="3000" b="1" i="1" u="none" strike="noStrike" kern="1200" cap="none" spc="0" normalizeH="0" baseline="0" dirty="0">
              <a:ln>
                <a:noFill/>
              </a:ln>
              <a:solidFill>
                <a:srgbClr val="FF000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70" decel="100000"/>
                                        <p:tgtEl>
                                          <p:spTgt spid="10"/>
                                        </p:tgtEl>
                                      </p:cBhvr>
                                    </p:animEffect>
                                    <p:animScale>
                                      <p:cBhvr>
                                        <p:cTn id="14" dur="770" decel="100000"/>
                                        <p:tgtEl>
                                          <p:spTgt spid="10"/>
                                        </p:tgtEl>
                                      </p:cBhvr>
                                      <p:from x="10000" y="10000"/>
                                      <p:to x="200000" y="450000"/>
                                    </p:animScale>
                                    <p:animScale>
                                      <p:cBhvr>
                                        <p:cTn id="15" dur="1230" accel="100000" fill="hold">
                                          <p:stCondLst>
                                            <p:cond delay="770"/>
                                          </p:stCondLst>
                                        </p:cTn>
                                        <p:tgtEl>
                                          <p:spTgt spid="10"/>
                                        </p:tgtEl>
                                      </p:cBhvr>
                                      <p:from x="200000" y="450000"/>
                                      <p:to x="100000" y="100000"/>
                                    </p:animScale>
                                    <p:set>
                                      <p:cBhvr>
                                        <p:cTn id="16" dur="770" fill="hold"/>
                                        <p:tgtEl>
                                          <p:spTgt spid="10"/>
                                        </p:tgtEl>
                                        <p:attrNameLst>
                                          <p:attrName>ppt_x</p:attrName>
                                        </p:attrNameLst>
                                      </p:cBhvr>
                                      <p:to>
                                        <p:strVal val="(0.5)"/>
                                      </p:to>
                                    </p:set>
                                    <p:anim from="(0.5)" to="(#ppt_x)" calcmode="lin" valueType="num">
                                      <p:cBhvr>
                                        <p:cTn id="17" dur="1230" accel="100000" fill="hold">
                                          <p:stCondLst>
                                            <p:cond delay="770"/>
                                          </p:stCondLst>
                                        </p:cTn>
                                        <p:tgtEl>
                                          <p:spTgt spid="10"/>
                                        </p:tgtEl>
                                        <p:attrNameLst>
                                          <p:attrName>ppt_x</p:attrName>
                                        </p:attrNameLst>
                                      </p:cBhvr>
                                    </p:anim>
                                    <p:set>
                                      <p:cBhvr>
                                        <p:cTn id="18" dur="770" fill="hold"/>
                                        <p:tgtEl>
                                          <p:spTgt spid="10"/>
                                        </p:tgtEl>
                                        <p:attrNameLst>
                                          <p:attrName>ppt_y</p:attrName>
                                        </p:attrNameLst>
                                      </p:cBhvr>
                                      <p:to>
                                        <p:strVal val="(#ppt_y+0.4)"/>
                                      </p:to>
                                    </p:set>
                                    <p:anim from="(#ppt_y+0.4)" to="(#ppt_y)" calcmode="lin" valueType="num">
                                      <p:cBhvr>
                                        <p:cTn id="19" dur="1230" accel="100000" fill="hold">
                                          <p:stCondLst>
                                            <p:cond delay="770"/>
                                          </p:stCondLst>
                                        </p:cTn>
                                        <p:tgtEl>
                                          <p:spTgt spid="10"/>
                                        </p:tgtEl>
                                        <p:attrNameLst>
                                          <p:attrName>ppt_y</p:attrName>
                                        </p:attrNameLst>
                                      </p:cBhvr>
                                    </p:anim>
                                  </p:childTnLst>
                                </p:cTn>
                              </p:par>
                            </p:childTnLst>
                          </p:cTn>
                        </p:par>
                      </p:childTnLst>
                    </p:cTn>
                  </p:par>
                  <p:par>
                    <p:cTn id="20" fill="hold">
                      <p:stCondLst>
                        <p:cond delay="indefinite"/>
                      </p:stCondLst>
                      <p:childTnLst>
                        <p:par>
                          <p:cTn id="21" fill="hold">
                            <p:stCondLst>
                              <p:cond delay="0"/>
                            </p:stCondLst>
                            <p:childTnLst>
                              <p:par>
                                <p:cTn id="22" presetID="7" presetClass="entr" presetSubtype="4"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additive="base">
                                        <p:cTn id="24" dur="5000" fill="hold"/>
                                        <p:tgtEl>
                                          <p:spTgt spid="18"/>
                                        </p:tgtEl>
                                        <p:attrNameLst>
                                          <p:attrName>ppt_x</p:attrName>
                                        </p:attrNameLst>
                                      </p:cBhvr>
                                      <p:tavLst>
                                        <p:tav tm="0">
                                          <p:val>
                                            <p:strVal val="#ppt_x"/>
                                          </p:val>
                                        </p:tav>
                                        <p:tav tm="100000">
                                          <p:val>
                                            <p:strVal val="#ppt_x"/>
                                          </p:val>
                                        </p:tav>
                                      </p:tavLst>
                                    </p:anim>
                                    <p:anim calcmode="lin" valueType="num">
                                      <p:cBhvr additive="base">
                                        <p:cTn id="25" dur="50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19">
                                            <p:txEl>
                                              <p:pRg st="0" end="0"/>
                                            </p:txEl>
                                          </p:spTgt>
                                        </p:tgtEl>
                                        <p:attrNameLst>
                                          <p:attrName>style.visibility</p:attrName>
                                        </p:attrNameLst>
                                      </p:cBhvr>
                                      <p:to>
                                        <p:strVal val="visible"/>
                                      </p:to>
                                    </p:set>
                                    <p:animEffect transition="in" filter="fade">
                                      <p:cBhvr>
                                        <p:cTn id="30" dur="1000"/>
                                        <p:tgtEl>
                                          <p:spTgt spid="19">
                                            <p:txEl>
                                              <p:pRg st="0" end="0"/>
                                            </p:txEl>
                                          </p:spTgt>
                                        </p:tgtEl>
                                      </p:cBhvr>
                                    </p:animEffect>
                                    <p:anim calcmode="lin" valueType="num">
                                      <p:cBhvr>
                                        <p:cTn id="31"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grpId="0" nodeType="click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animEffect transition="in" filter="fade">
                                      <p:cBhvr>
                                        <p:cTn id="37" dur="1000"/>
                                        <p:tgtEl>
                                          <p:spTgt spid="19">
                                            <p:txEl>
                                              <p:pRg st="1" end="1"/>
                                            </p:txEl>
                                          </p:spTgt>
                                        </p:tgtEl>
                                      </p:cBhvr>
                                    </p:animEffect>
                                    <p:anim calcmode="lin" valueType="num">
                                      <p:cBhvr>
                                        <p:cTn id="38"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grpId="0" nodeType="clickEffect">
                                  <p:stCondLst>
                                    <p:cond delay="0"/>
                                  </p:stCondLst>
                                  <p:childTnLst>
                                    <p:set>
                                      <p:cBhvr>
                                        <p:cTn id="43" dur="1" fill="hold">
                                          <p:stCondLst>
                                            <p:cond delay="0"/>
                                          </p:stCondLst>
                                        </p:cTn>
                                        <p:tgtEl>
                                          <p:spTgt spid="19">
                                            <p:txEl>
                                              <p:pRg st="2" end="2"/>
                                            </p:txEl>
                                          </p:spTgt>
                                        </p:tgtEl>
                                        <p:attrNameLst>
                                          <p:attrName>style.visibility</p:attrName>
                                        </p:attrNameLst>
                                      </p:cBhvr>
                                      <p:to>
                                        <p:strVal val="visible"/>
                                      </p:to>
                                    </p:set>
                                    <p:animEffect transition="in" filter="fade">
                                      <p:cBhvr>
                                        <p:cTn id="44" dur="1000"/>
                                        <p:tgtEl>
                                          <p:spTgt spid="19">
                                            <p:txEl>
                                              <p:pRg st="2" end="2"/>
                                            </p:txEl>
                                          </p:spTgt>
                                        </p:tgtEl>
                                      </p:cBhvr>
                                    </p:animEffect>
                                    <p:anim calcmode="lin" valueType="num">
                                      <p:cBhvr>
                                        <p:cTn id="45"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grpId="0" nodeType="clickEffect">
                                  <p:stCondLst>
                                    <p:cond delay="0"/>
                                  </p:stCondLst>
                                  <p:childTnLst>
                                    <p:set>
                                      <p:cBhvr>
                                        <p:cTn id="50" dur="1" fill="hold">
                                          <p:stCondLst>
                                            <p:cond delay="0"/>
                                          </p:stCondLst>
                                        </p:cTn>
                                        <p:tgtEl>
                                          <p:spTgt spid="19">
                                            <p:txEl>
                                              <p:pRg st="3" end="3"/>
                                            </p:txEl>
                                          </p:spTgt>
                                        </p:tgtEl>
                                        <p:attrNameLst>
                                          <p:attrName>style.visibility</p:attrName>
                                        </p:attrNameLst>
                                      </p:cBhvr>
                                      <p:to>
                                        <p:strVal val="visible"/>
                                      </p:to>
                                    </p:set>
                                    <p:animEffect transition="in" filter="fade">
                                      <p:cBhvr>
                                        <p:cTn id="51" dur="1000"/>
                                        <p:tgtEl>
                                          <p:spTgt spid="19">
                                            <p:txEl>
                                              <p:pRg st="3" end="3"/>
                                            </p:txEl>
                                          </p:spTgt>
                                        </p:tgtEl>
                                      </p:cBhvr>
                                    </p:animEffect>
                                    <p:anim calcmode="lin" valueType="num">
                                      <p:cBhvr>
                                        <p:cTn id="52" dur="10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grpId="0" nodeType="clickEffect">
                                  <p:stCondLst>
                                    <p:cond delay="0"/>
                                  </p:stCondLst>
                                  <p:childTnLst>
                                    <p:set>
                                      <p:cBhvr>
                                        <p:cTn id="57" dur="1" fill="hold">
                                          <p:stCondLst>
                                            <p:cond delay="0"/>
                                          </p:stCondLst>
                                        </p:cTn>
                                        <p:tgtEl>
                                          <p:spTgt spid="19">
                                            <p:txEl>
                                              <p:pRg st="4" end="4"/>
                                            </p:txEl>
                                          </p:spTgt>
                                        </p:tgtEl>
                                        <p:attrNameLst>
                                          <p:attrName>style.visibility</p:attrName>
                                        </p:attrNameLst>
                                      </p:cBhvr>
                                      <p:to>
                                        <p:strVal val="visible"/>
                                      </p:to>
                                    </p:set>
                                    <p:animEffect transition="in" filter="fade">
                                      <p:cBhvr>
                                        <p:cTn id="58" dur="1000"/>
                                        <p:tgtEl>
                                          <p:spTgt spid="19">
                                            <p:txEl>
                                              <p:pRg st="4" end="4"/>
                                            </p:txEl>
                                          </p:spTgt>
                                        </p:tgtEl>
                                      </p:cBhvr>
                                    </p:animEffect>
                                    <p:anim calcmode="lin" valueType="num">
                                      <p:cBhvr>
                                        <p:cTn id="59" dur="10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0" dur="10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7" presetClass="entr" presetSubtype="0" fill="hold" grpId="0" nodeType="clickEffect">
                                  <p:stCondLst>
                                    <p:cond delay="0"/>
                                  </p:stCondLst>
                                  <p:childTnLst>
                                    <p:set>
                                      <p:cBhvr>
                                        <p:cTn id="64" dur="1" fill="hold">
                                          <p:stCondLst>
                                            <p:cond delay="0"/>
                                          </p:stCondLst>
                                        </p:cTn>
                                        <p:tgtEl>
                                          <p:spTgt spid="19">
                                            <p:txEl>
                                              <p:pRg st="5" end="5"/>
                                            </p:txEl>
                                          </p:spTgt>
                                        </p:tgtEl>
                                        <p:attrNameLst>
                                          <p:attrName>style.visibility</p:attrName>
                                        </p:attrNameLst>
                                      </p:cBhvr>
                                      <p:to>
                                        <p:strVal val="visible"/>
                                      </p:to>
                                    </p:set>
                                    <p:animEffect transition="in" filter="fade">
                                      <p:cBhvr>
                                        <p:cTn id="65" dur="1000"/>
                                        <p:tgtEl>
                                          <p:spTgt spid="19">
                                            <p:txEl>
                                              <p:pRg st="5" end="5"/>
                                            </p:txEl>
                                          </p:spTgt>
                                        </p:tgtEl>
                                      </p:cBhvr>
                                    </p:animEffect>
                                    <p:anim calcmode="lin" valueType="num">
                                      <p:cBhvr>
                                        <p:cTn id="66" dur="1000" fill="hold"/>
                                        <p:tgtEl>
                                          <p:spTgt spid="19">
                                            <p:txEl>
                                              <p:pRg st="5" end="5"/>
                                            </p:txEl>
                                          </p:spTgt>
                                        </p:tgtEl>
                                        <p:attrNameLst>
                                          <p:attrName>ppt_x</p:attrName>
                                        </p:attrNameLst>
                                      </p:cBhvr>
                                      <p:tavLst>
                                        <p:tav tm="0">
                                          <p:val>
                                            <p:strVal val="#ppt_x"/>
                                          </p:val>
                                        </p:tav>
                                        <p:tav tm="100000">
                                          <p:val>
                                            <p:strVal val="#ppt_x"/>
                                          </p:val>
                                        </p:tav>
                                      </p:tavLst>
                                    </p:anim>
                                    <p:anim calcmode="lin" valueType="num">
                                      <p:cBhvr>
                                        <p:cTn id="67" dur="1000" fill="hold"/>
                                        <p:tgtEl>
                                          <p:spTgt spid="1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7" presetClass="entr" presetSubtype="0" fill="hold" grpId="0" nodeType="clickEffect">
                                  <p:stCondLst>
                                    <p:cond delay="0"/>
                                  </p:stCondLst>
                                  <p:childTnLst>
                                    <p:set>
                                      <p:cBhvr>
                                        <p:cTn id="71" dur="1" fill="hold">
                                          <p:stCondLst>
                                            <p:cond delay="0"/>
                                          </p:stCondLst>
                                        </p:cTn>
                                        <p:tgtEl>
                                          <p:spTgt spid="19">
                                            <p:txEl>
                                              <p:pRg st="6" end="6"/>
                                            </p:txEl>
                                          </p:spTgt>
                                        </p:tgtEl>
                                        <p:attrNameLst>
                                          <p:attrName>style.visibility</p:attrName>
                                        </p:attrNameLst>
                                      </p:cBhvr>
                                      <p:to>
                                        <p:strVal val="visible"/>
                                      </p:to>
                                    </p:set>
                                    <p:animEffect transition="in" filter="fade">
                                      <p:cBhvr>
                                        <p:cTn id="72" dur="1000"/>
                                        <p:tgtEl>
                                          <p:spTgt spid="19">
                                            <p:txEl>
                                              <p:pRg st="6" end="6"/>
                                            </p:txEl>
                                          </p:spTgt>
                                        </p:tgtEl>
                                      </p:cBhvr>
                                    </p:animEffect>
                                    <p:anim calcmode="lin" valueType="num">
                                      <p:cBhvr>
                                        <p:cTn id="73" dur="1000" fill="hold"/>
                                        <p:tgtEl>
                                          <p:spTgt spid="19">
                                            <p:txEl>
                                              <p:pRg st="6" end="6"/>
                                            </p:txEl>
                                          </p:spTgt>
                                        </p:tgtEl>
                                        <p:attrNameLst>
                                          <p:attrName>ppt_x</p:attrName>
                                        </p:attrNameLst>
                                      </p:cBhvr>
                                      <p:tavLst>
                                        <p:tav tm="0">
                                          <p:val>
                                            <p:strVal val="#ppt_x"/>
                                          </p:val>
                                        </p:tav>
                                        <p:tav tm="100000">
                                          <p:val>
                                            <p:strVal val="#ppt_x"/>
                                          </p:val>
                                        </p:tav>
                                      </p:tavLst>
                                    </p:anim>
                                    <p:anim calcmode="lin" valueType="num">
                                      <p:cBhvr>
                                        <p:cTn id="74" dur="1000" fill="hold"/>
                                        <p:tgtEl>
                                          <p:spTgt spid="1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7" presetClass="entr" presetSubtype="0" fill="hold" grpId="0" nodeType="clickEffect">
                                  <p:stCondLst>
                                    <p:cond delay="0"/>
                                  </p:stCondLst>
                                  <p:childTnLst>
                                    <p:set>
                                      <p:cBhvr>
                                        <p:cTn id="78" dur="1" fill="hold">
                                          <p:stCondLst>
                                            <p:cond delay="0"/>
                                          </p:stCondLst>
                                        </p:cTn>
                                        <p:tgtEl>
                                          <p:spTgt spid="19">
                                            <p:txEl>
                                              <p:pRg st="7" end="7"/>
                                            </p:txEl>
                                          </p:spTgt>
                                        </p:tgtEl>
                                        <p:attrNameLst>
                                          <p:attrName>style.visibility</p:attrName>
                                        </p:attrNameLst>
                                      </p:cBhvr>
                                      <p:to>
                                        <p:strVal val="visible"/>
                                      </p:to>
                                    </p:set>
                                    <p:animEffect transition="in" filter="fade">
                                      <p:cBhvr>
                                        <p:cTn id="79" dur="1000"/>
                                        <p:tgtEl>
                                          <p:spTgt spid="19">
                                            <p:txEl>
                                              <p:pRg st="7" end="7"/>
                                            </p:txEl>
                                          </p:spTgt>
                                        </p:tgtEl>
                                      </p:cBhvr>
                                    </p:animEffect>
                                    <p:anim calcmode="lin" valueType="num">
                                      <p:cBhvr>
                                        <p:cTn id="80" dur="1000" fill="hold"/>
                                        <p:tgtEl>
                                          <p:spTgt spid="19">
                                            <p:txEl>
                                              <p:pRg st="7" end="7"/>
                                            </p:txEl>
                                          </p:spTgt>
                                        </p:tgtEl>
                                        <p:attrNameLst>
                                          <p:attrName>ppt_x</p:attrName>
                                        </p:attrNameLst>
                                      </p:cBhvr>
                                      <p:tavLst>
                                        <p:tav tm="0">
                                          <p:val>
                                            <p:strVal val="#ppt_x"/>
                                          </p:val>
                                        </p:tav>
                                        <p:tav tm="100000">
                                          <p:val>
                                            <p:strVal val="#ppt_x"/>
                                          </p:val>
                                        </p:tav>
                                      </p:tavLst>
                                    </p:anim>
                                    <p:anim calcmode="lin" valueType="num">
                                      <p:cBhvr>
                                        <p:cTn id="81" dur="1000" fill="hold"/>
                                        <p:tgtEl>
                                          <p:spTgt spid="1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7" presetClass="entr" presetSubtype="0" fill="hold" grpId="0" nodeType="clickEffect">
                                  <p:stCondLst>
                                    <p:cond delay="0"/>
                                  </p:stCondLst>
                                  <p:childTnLst>
                                    <p:set>
                                      <p:cBhvr>
                                        <p:cTn id="85" dur="1" fill="hold">
                                          <p:stCondLst>
                                            <p:cond delay="0"/>
                                          </p:stCondLst>
                                        </p:cTn>
                                        <p:tgtEl>
                                          <p:spTgt spid="19">
                                            <p:txEl>
                                              <p:pRg st="8" end="8"/>
                                            </p:txEl>
                                          </p:spTgt>
                                        </p:tgtEl>
                                        <p:attrNameLst>
                                          <p:attrName>style.visibility</p:attrName>
                                        </p:attrNameLst>
                                      </p:cBhvr>
                                      <p:to>
                                        <p:strVal val="visible"/>
                                      </p:to>
                                    </p:set>
                                    <p:animEffect transition="in" filter="fade">
                                      <p:cBhvr>
                                        <p:cTn id="86" dur="1000"/>
                                        <p:tgtEl>
                                          <p:spTgt spid="19">
                                            <p:txEl>
                                              <p:pRg st="8" end="8"/>
                                            </p:txEl>
                                          </p:spTgt>
                                        </p:tgtEl>
                                      </p:cBhvr>
                                    </p:animEffect>
                                    <p:anim calcmode="lin" valueType="num">
                                      <p:cBhvr>
                                        <p:cTn id="87" dur="1000" fill="hold"/>
                                        <p:tgtEl>
                                          <p:spTgt spid="19">
                                            <p:txEl>
                                              <p:pRg st="8" end="8"/>
                                            </p:txEl>
                                          </p:spTgt>
                                        </p:tgtEl>
                                        <p:attrNameLst>
                                          <p:attrName>ppt_x</p:attrName>
                                        </p:attrNameLst>
                                      </p:cBhvr>
                                      <p:tavLst>
                                        <p:tav tm="0">
                                          <p:val>
                                            <p:strVal val="#ppt_x"/>
                                          </p:val>
                                        </p:tav>
                                        <p:tav tm="100000">
                                          <p:val>
                                            <p:strVal val="#ppt_x"/>
                                          </p:val>
                                        </p:tav>
                                      </p:tavLst>
                                    </p:anim>
                                    <p:anim calcmode="lin" valueType="num">
                                      <p:cBhvr>
                                        <p:cTn id="88" dur="1000" fill="hold"/>
                                        <p:tgtEl>
                                          <p:spTgt spid="19">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8" grpId="0" animBg="1"/>
      <p:bldP spid="1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539647"/>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a:t>
            </a:r>
            <a:endParaRPr lang="uk-UA" sz="3200" b="1" i="1" dirty="0" smtClean="0">
              <a:solidFill>
                <a:srgbClr val="C00000"/>
              </a:solidFill>
            </a:endParaRPr>
          </a:p>
          <a:p>
            <a:pPr algn="ctr"/>
            <a:endParaRPr lang="uk-UA" sz="3200" b="1" i="1" dirty="0">
              <a:solidFill>
                <a:schemeClr val="tx2">
                  <a:lumMod val="75000"/>
                </a:schemeClr>
              </a:solidFill>
            </a:endParaRPr>
          </a:p>
        </p:txBody>
      </p:sp>
      <p:sp>
        <p:nvSpPr>
          <p:cNvPr id="8" name="WordArt 57"/>
          <p:cNvSpPr>
            <a:spLocks noChangeArrowheads="1" noChangeShapeType="1" noTextEdit="1"/>
          </p:cNvSpPr>
          <p:nvPr/>
        </p:nvSpPr>
        <p:spPr bwMode="auto">
          <a:xfrm rot="20659357">
            <a:off x="1076341" y="659704"/>
            <a:ext cx="1299857" cy="965200"/>
          </a:xfrm>
          <a:prstGeom prst="rect">
            <a:avLst/>
          </a:prstGeom>
        </p:spPr>
        <p:txBody>
          <a:bodyPr wrap="none" fromWordArt="1">
            <a:prstTxWarp prst="textSlantUp">
              <a:avLst>
                <a:gd name="adj" fmla="val 32056"/>
              </a:avLst>
            </a:prstTxWarp>
          </a:bodyPr>
          <a:lstStyle/>
          <a:p>
            <a:r>
              <a:rPr lang="uk-UA" sz="2800" kern="10" dirty="0" smtClean="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 7 клас </a:t>
            </a:r>
            <a:endPar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endParaRPr>
          </a:p>
        </p:txBody>
      </p:sp>
      <p:sp>
        <p:nvSpPr>
          <p:cNvPr id="10" name="WordArt 55"/>
          <p:cNvSpPr>
            <a:spLocks noChangeArrowheads="1" noChangeShapeType="1" noTextEdit="1"/>
          </p:cNvSpPr>
          <p:nvPr/>
        </p:nvSpPr>
        <p:spPr bwMode="auto">
          <a:xfrm>
            <a:off x="8364511" y="1364104"/>
            <a:ext cx="3177915" cy="691500"/>
          </a:xfrm>
          <a:prstGeom prst="rect">
            <a:avLst/>
          </a:prstGeom>
        </p:spPr>
        <p:txBody>
          <a:bodyPr wrap="none" fromWordArt="1">
            <a:prstTxWarp prst="textPlain">
              <a:avLst>
                <a:gd name="adj" fmla="val 50000"/>
              </a:avLst>
            </a:prstTxWarp>
          </a:bodyPr>
          <a:lstStyle/>
          <a:p>
            <a:r>
              <a:rPr lang="uk-UA" sz="3600" kern="10" dirty="0" smtClean="0">
                <a:ln w="19050">
                  <a:solidFill>
                    <a:srgbClr val="99CCFF"/>
                  </a:solidFill>
                  <a:round/>
                  <a:headEnd/>
                  <a:tailEnd/>
                </a:ln>
                <a:solidFill>
                  <a:srgbClr val="FFFF00"/>
                </a:solidFill>
                <a:effectLst>
                  <a:outerShdw dist="35921" dir="2700000" algn="ctr" rotWithShape="0">
                    <a:srgbClr val="990000"/>
                  </a:outerShdw>
                </a:effectLst>
                <a:latin typeface="Impact"/>
              </a:rPr>
              <a:t>“ Навчи себе вчитися"</a:t>
            </a:r>
            <a:endParaRPr lang="uk-UA" sz="3600" kern="10" dirty="0">
              <a:ln w="19050">
                <a:solidFill>
                  <a:srgbClr val="99CCFF"/>
                </a:solidFill>
                <a:round/>
                <a:headEnd/>
                <a:tailEnd/>
              </a:ln>
              <a:solidFill>
                <a:srgbClr val="FFFF00"/>
              </a:solidFill>
              <a:effectLst>
                <a:outerShdw dist="35921" dir="2700000" algn="ctr" rotWithShape="0">
                  <a:srgbClr val="990000"/>
                </a:outerShdw>
              </a:effectLst>
              <a:latin typeface="Impact"/>
            </a:endParaRPr>
          </a:p>
        </p:txBody>
      </p:sp>
      <p:sp>
        <p:nvSpPr>
          <p:cNvPr id="13" name="WordArt 66"/>
          <p:cNvSpPr>
            <a:spLocks noChangeArrowheads="1" noChangeShapeType="1" noTextEdit="1"/>
          </p:cNvSpPr>
          <p:nvPr/>
        </p:nvSpPr>
        <p:spPr bwMode="auto">
          <a:xfrm rot="893778">
            <a:off x="6781394" y="2482499"/>
            <a:ext cx="4446587" cy="2305050"/>
          </a:xfrm>
          <a:prstGeom prst="rect">
            <a:avLst/>
          </a:prstGeom>
        </p:spPr>
        <p:txBody>
          <a:bodyPr wrap="none" fromWordArt="1">
            <a:prstTxWarp prst="textWave1">
              <a:avLst>
                <a:gd name="adj1" fmla="val 13005"/>
                <a:gd name="adj2" fmla="val 0"/>
              </a:avLst>
            </a:prstTxWarp>
          </a:bodyPr>
          <a:lstStyle/>
          <a:p>
            <a:r>
              <a:rPr lang="ru-RU" sz="3600" kern="10" dirty="0" smtClean="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rPr>
              <a:t> </a:t>
            </a:r>
            <a:r>
              <a:rPr lang="uk-UA" sz="3600" kern="10" dirty="0" smtClean="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rPr>
              <a:t>Вважай нещасним той</a:t>
            </a:r>
          </a:p>
          <a:p>
            <a:r>
              <a:rPr lang="uk-UA" sz="3600" kern="10" dirty="0" smtClean="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rPr>
              <a:t>день, в якому ти не </a:t>
            </a:r>
          </a:p>
          <a:p>
            <a:r>
              <a:rPr lang="uk-UA" sz="3600" kern="10" dirty="0" smtClean="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rPr>
              <a:t>засвоїв нічого нового</a:t>
            </a:r>
            <a:endParaRPr lang="uk-UA" sz="3600" kern="10" dirty="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endParaRPr>
          </a:p>
        </p:txBody>
      </p:sp>
      <p:sp>
        <p:nvSpPr>
          <p:cNvPr id="14" name="WordArt 67"/>
          <p:cNvSpPr>
            <a:spLocks noChangeArrowheads="1" noChangeShapeType="1" noTextEdit="1"/>
          </p:cNvSpPr>
          <p:nvPr/>
        </p:nvSpPr>
        <p:spPr bwMode="auto">
          <a:xfrm rot="1012192">
            <a:off x="7592414" y="4859702"/>
            <a:ext cx="2324100" cy="504825"/>
          </a:xfrm>
          <a:prstGeom prst="rect">
            <a:avLst/>
          </a:prstGeom>
        </p:spPr>
        <p:txBody>
          <a:bodyPr wrap="none" fromWordArt="1">
            <a:prstTxWarp prst="textWave1">
              <a:avLst>
                <a:gd name="adj1" fmla="val 13005"/>
                <a:gd name="adj2" fmla="val 0"/>
              </a:avLst>
            </a:prstTxWarp>
          </a:bodyPr>
          <a:lstStyle/>
          <a:p>
            <a:r>
              <a:rPr lang="uk-UA" sz="2800" kern="10" dirty="0" smtClean="0">
                <a:ln w="9525">
                  <a:solidFill>
                    <a:schemeClr val="tx2"/>
                  </a:solidFill>
                  <a:round/>
                  <a:headEnd/>
                  <a:tailEnd/>
                </a:ln>
                <a:solidFill>
                  <a:schemeClr val="folHlink"/>
                </a:solidFill>
                <a:effectLst>
                  <a:outerShdw dist="53882" dir="2700000" algn="ctr" rotWithShape="0">
                    <a:srgbClr val="C0C0C0">
                      <a:alpha val="80000"/>
                    </a:srgbClr>
                  </a:outerShdw>
                </a:effectLst>
                <a:latin typeface="Times New Roman"/>
                <a:cs typeface="Times New Roman"/>
              </a:rPr>
              <a:t>Я.А.Коменський</a:t>
            </a:r>
            <a:endParaRPr lang="uk-UA" sz="2800" kern="10" dirty="0">
              <a:ln w="9525">
                <a:solidFill>
                  <a:schemeClr val="tx2"/>
                </a:solidFill>
                <a:round/>
                <a:headEnd/>
                <a:tailEnd/>
              </a:ln>
              <a:solidFill>
                <a:schemeClr val="folHlink"/>
              </a:solidFill>
              <a:effectLst>
                <a:outerShdw dist="53882" dir="2700000" algn="ctr" rotWithShape="0">
                  <a:srgbClr val="C0C0C0">
                    <a:alpha val="80000"/>
                  </a:srgbClr>
                </a:outerShdw>
              </a:effectLst>
              <a:latin typeface="Times New Roman"/>
              <a:cs typeface="Times New Roman"/>
            </a:endParaRPr>
          </a:p>
        </p:txBody>
      </p:sp>
      <p:pic>
        <p:nvPicPr>
          <p:cNvPr id="15" name="Picture 54" descr="j0335112"/>
          <p:cNvPicPr>
            <a:picLocks noChangeAspect="1" noChangeArrowheads="1"/>
          </p:cNvPicPr>
          <p:nvPr/>
        </p:nvPicPr>
        <p:blipFill>
          <a:blip r:embed="rId3"/>
          <a:srcRect/>
          <a:stretch>
            <a:fillRect/>
          </a:stretch>
        </p:blipFill>
        <p:spPr bwMode="auto">
          <a:xfrm>
            <a:off x="2591243" y="1457845"/>
            <a:ext cx="1081087" cy="1038225"/>
          </a:xfrm>
          <a:prstGeom prst="rect">
            <a:avLst/>
          </a:prstGeom>
          <a:noFill/>
        </p:spPr>
      </p:pic>
      <p:graphicFrame>
        <p:nvGraphicFramePr>
          <p:cNvPr id="16" name="Схема 15"/>
          <p:cNvGraphicFramePr/>
          <p:nvPr/>
        </p:nvGraphicFramePr>
        <p:xfrm>
          <a:off x="-1" y="2565400"/>
          <a:ext cx="6130977" cy="3527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70" decel="100000"/>
                                        <p:tgtEl>
                                          <p:spTgt spid="10"/>
                                        </p:tgtEl>
                                      </p:cBhvr>
                                    </p:animEffect>
                                    <p:animScale>
                                      <p:cBhvr>
                                        <p:cTn id="14" dur="770" decel="100000"/>
                                        <p:tgtEl>
                                          <p:spTgt spid="10"/>
                                        </p:tgtEl>
                                      </p:cBhvr>
                                      <p:from x="10000" y="10000"/>
                                      <p:to x="200000" y="450000"/>
                                    </p:animScale>
                                    <p:animScale>
                                      <p:cBhvr>
                                        <p:cTn id="15" dur="1230" accel="100000" fill="hold">
                                          <p:stCondLst>
                                            <p:cond delay="770"/>
                                          </p:stCondLst>
                                        </p:cTn>
                                        <p:tgtEl>
                                          <p:spTgt spid="10"/>
                                        </p:tgtEl>
                                      </p:cBhvr>
                                      <p:from x="200000" y="450000"/>
                                      <p:to x="100000" y="100000"/>
                                    </p:animScale>
                                    <p:set>
                                      <p:cBhvr>
                                        <p:cTn id="16" dur="770" fill="hold"/>
                                        <p:tgtEl>
                                          <p:spTgt spid="10"/>
                                        </p:tgtEl>
                                        <p:attrNameLst>
                                          <p:attrName>ppt_x</p:attrName>
                                        </p:attrNameLst>
                                      </p:cBhvr>
                                      <p:to>
                                        <p:strVal val="(0.5)"/>
                                      </p:to>
                                    </p:set>
                                    <p:anim from="(0.5)" to="(#ppt_x)" calcmode="lin" valueType="num">
                                      <p:cBhvr>
                                        <p:cTn id="17" dur="1230" accel="100000" fill="hold">
                                          <p:stCondLst>
                                            <p:cond delay="770"/>
                                          </p:stCondLst>
                                        </p:cTn>
                                        <p:tgtEl>
                                          <p:spTgt spid="10"/>
                                        </p:tgtEl>
                                        <p:attrNameLst>
                                          <p:attrName>ppt_x</p:attrName>
                                        </p:attrNameLst>
                                      </p:cBhvr>
                                    </p:anim>
                                    <p:set>
                                      <p:cBhvr>
                                        <p:cTn id="18" dur="770" fill="hold"/>
                                        <p:tgtEl>
                                          <p:spTgt spid="10"/>
                                        </p:tgtEl>
                                        <p:attrNameLst>
                                          <p:attrName>ppt_y</p:attrName>
                                        </p:attrNameLst>
                                      </p:cBhvr>
                                      <p:to>
                                        <p:strVal val="(#ppt_y+0.4)"/>
                                      </p:to>
                                    </p:set>
                                    <p:anim from="(#ppt_y+0.4)" to="(#ppt_y)" calcmode="lin" valueType="num">
                                      <p:cBhvr>
                                        <p:cTn id="19" dur="1230" accel="100000" fill="hold">
                                          <p:stCondLst>
                                            <p:cond delay="770"/>
                                          </p:stCondLst>
                                        </p:cTn>
                                        <p:tgtEl>
                                          <p:spTgt spid="10"/>
                                        </p:tgtEl>
                                        <p:attrNameLst>
                                          <p:attrName>ppt_y</p:attrName>
                                        </p:attrNameLst>
                                      </p:cBhvr>
                                    </p:anim>
                                  </p:childTnLst>
                                </p:cTn>
                              </p:par>
                            </p:childTnLst>
                          </p:cTn>
                        </p:par>
                      </p:childTnLst>
                    </p:cTn>
                  </p:par>
                  <p:par>
                    <p:cTn id="20" fill="hold">
                      <p:stCondLst>
                        <p:cond delay="indefinite"/>
                      </p:stCondLst>
                      <p:childTnLst>
                        <p:par>
                          <p:cTn id="21" fill="hold">
                            <p:stCondLst>
                              <p:cond delay="0"/>
                            </p:stCondLst>
                            <p:childTnLst>
                              <p:par>
                                <p:cTn id="22" presetID="7"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2000" fill="hold"/>
                                        <p:tgtEl>
                                          <p:spTgt spid="13"/>
                                        </p:tgtEl>
                                        <p:attrNameLst>
                                          <p:attrName>ppt_x</p:attrName>
                                        </p:attrNameLst>
                                      </p:cBhvr>
                                      <p:tavLst>
                                        <p:tav tm="0">
                                          <p:val>
                                            <p:strVal val="#ppt_x"/>
                                          </p:val>
                                        </p:tav>
                                        <p:tav tm="100000">
                                          <p:val>
                                            <p:strVal val="#ppt_x"/>
                                          </p:val>
                                        </p:tav>
                                      </p:tavLst>
                                    </p:anim>
                                    <p:anim calcmode="lin" valueType="num">
                                      <p:cBhvr additive="base">
                                        <p:cTn id="25" dur="20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9" presetClass="entr" presetSubtype="0" accel="10000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1000" fill="hold"/>
                                        <p:tgtEl>
                                          <p:spTgt spid="14"/>
                                        </p:tgtEl>
                                        <p:attrNameLst>
                                          <p:attrName>ppt_h</p:attrName>
                                        </p:attrNameLst>
                                      </p:cBhvr>
                                      <p:tavLst>
                                        <p:tav tm="0">
                                          <p:val>
                                            <p:strVal val="#ppt_h/20"/>
                                          </p:val>
                                        </p:tav>
                                        <p:tav tm="50000">
                                          <p:val>
                                            <p:strVal val="#ppt_h/20"/>
                                          </p:val>
                                        </p:tav>
                                        <p:tav tm="100000">
                                          <p:val>
                                            <p:strVal val="#ppt_h"/>
                                          </p:val>
                                        </p:tav>
                                      </p:tavLst>
                                    </p:anim>
                                    <p:anim calcmode="lin" valueType="num">
                                      <p:cBhvr>
                                        <p:cTn id="31" dur="1000" fill="hold"/>
                                        <p:tgtEl>
                                          <p:spTgt spid="14"/>
                                        </p:tgtEl>
                                        <p:attrNameLst>
                                          <p:attrName>ppt_w</p:attrName>
                                        </p:attrNameLst>
                                      </p:cBhvr>
                                      <p:tavLst>
                                        <p:tav tm="0">
                                          <p:val>
                                            <p:strVal val="#ppt_w+.3"/>
                                          </p:val>
                                        </p:tav>
                                        <p:tav tm="50000">
                                          <p:val>
                                            <p:strVal val="#ppt_w+.3"/>
                                          </p:val>
                                        </p:tav>
                                        <p:tav tm="100000">
                                          <p:val>
                                            <p:strVal val="#ppt_w"/>
                                          </p:val>
                                        </p:tav>
                                      </p:tavLst>
                                    </p:anim>
                                    <p:anim calcmode="lin" valueType="num">
                                      <p:cBhvr>
                                        <p:cTn id="32" dur="1000" fill="hold"/>
                                        <p:tgtEl>
                                          <p:spTgt spid="14"/>
                                        </p:tgtEl>
                                        <p:attrNameLst>
                                          <p:attrName>ppt_x</p:attrName>
                                        </p:attrNameLst>
                                      </p:cBhvr>
                                      <p:tavLst>
                                        <p:tav tm="0">
                                          <p:val>
                                            <p:strVal val="#ppt_x-.3"/>
                                          </p:val>
                                        </p:tav>
                                        <p:tav tm="5000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9" presetClass="entr" presetSubtype="0" accel="10000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ppt_h</p:attrName>
                                        </p:attrNameLst>
                                      </p:cBhvr>
                                      <p:tavLst>
                                        <p:tav tm="0">
                                          <p:val>
                                            <p:strVal val="#ppt_h/20"/>
                                          </p:val>
                                        </p:tav>
                                        <p:tav tm="50000">
                                          <p:val>
                                            <p:strVal val="#ppt_h/20"/>
                                          </p:val>
                                        </p:tav>
                                        <p:tav tm="100000">
                                          <p:val>
                                            <p:strVal val="#ppt_h"/>
                                          </p:val>
                                        </p:tav>
                                      </p:tavLst>
                                    </p:anim>
                                    <p:anim calcmode="lin" valueType="num">
                                      <p:cBhvr>
                                        <p:cTn id="39" dur="500" fill="hold"/>
                                        <p:tgtEl>
                                          <p:spTgt spid="15"/>
                                        </p:tgtEl>
                                        <p:attrNameLst>
                                          <p:attrName>ppt_w</p:attrName>
                                        </p:attrNameLst>
                                      </p:cBhvr>
                                      <p:tavLst>
                                        <p:tav tm="0">
                                          <p:val>
                                            <p:strVal val="#ppt_w+.3"/>
                                          </p:val>
                                        </p:tav>
                                        <p:tav tm="50000">
                                          <p:val>
                                            <p:strVal val="#ppt_w+.3"/>
                                          </p:val>
                                        </p:tav>
                                        <p:tav tm="100000">
                                          <p:val>
                                            <p:strVal val="#ppt_w"/>
                                          </p:val>
                                        </p:tav>
                                      </p:tavLst>
                                    </p:anim>
                                    <p:anim calcmode="lin" valueType="num">
                                      <p:cBhvr>
                                        <p:cTn id="40" dur="500" fill="hold"/>
                                        <p:tgtEl>
                                          <p:spTgt spid="15"/>
                                        </p:tgtEl>
                                        <p:attrNameLst>
                                          <p:attrName>ppt_x</p:attrName>
                                        </p:attrNameLst>
                                      </p:cBhvr>
                                      <p:tavLst>
                                        <p:tav tm="0">
                                          <p:val>
                                            <p:strVal val="#ppt_x-.3"/>
                                          </p:val>
                                        </p:tav>
                                        <p:tav tm="50000">
                                          <p:val>
                                            <p:strVal val="#ppt_x"/>
                                          </p:val>
                                        </p:tav>
                                        <p:tav tm="100000">
                                          <p:val>
                                            <p:strVal val="#ppt_x"/>
                                          </p:val>
                                        </p:tav>
                                      </p:tavLst>
                                    </p:anim>
                                    <p:anim calcmode="lin" valueType="num">
                                      <p:cBhvr>
                                        <p:cTn id="41"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9" presetClass="entr" presetSubtype="0" accel="100000" fill="hold" grpId="2" nodeType="clickEffect">
                                  <p:stCondLst>
                                    <p:cond delay="0"/>
                                  </p:stCondLst>
                                  <p:childTnLst>
                                    <p:set>
                                      <p:cBhvr>
                                        <p:cTn id="45" dur="1" fill="hold">
                                          <p:stCondLst>
                                            <p:cond delay="0"/>
                                          </p:stCondLst>
                                        </p:cTn>
                                        <p:tgtEl>
                                          <p:spTgt spid="16">
                                            <p:graphicEl>
                                              <a:dgm id="{682AB20B-F006-49B3-B484-FAB767DDF6D2}"/>
                                            </p:graphicEl>
                                          </p:spTgt>
                                        </p:tgtEl>
                                        <p:attrNameLst>
                                          <p:attrName>style.visibility</p:attrName>
                                        </p:attrNameLst>
                                      </p:cBhvr>
                                      <p:to>
                                        <p:strVal val="visible"/>
                                      </p:to>
                                    </p:set>
                                    <p:anim calcmode="lin" valueType="num">
                                      <p:cBhvr>
                                        <p:cTn id="46" dur="500" fill="hold"/>
                                        <p:tgtEl>
                                          <p:spTgt spid="16">
                                            <p:graphicEl>
                                              <a:dgm id="{682AB20B-F006-49B3-B484-FAB767DDF6D2}"/>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47" dur="500" fill="hold"/>
                                        <p:tgtEl>
                                          <p:spTgt spid="16">
                                            <p:graphicEl>
                                              <a:dgm id="{682AB20B-F006-49B3-B484-FAB767DDF6D2}"/>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48" dur="500" fill="hold"/>
                                        <p:tgtEl>
                                          <p:spTgt spid="16">
                                            <p:graphicEl>
                                              <a:dgm id="{682AB20B-F006-49B3-B484-FAB767DDF6D2}"/>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49" dur="500" fill="hold"/>
                                        <p:tgtEl>
                                          <p:spTgt spid="16">
                                            <p:graphicEl>
                                              <a:dgm id="{682AB20B-F006-49B3-B484-FAB767DDF6D2}"/>
                                            </p:graphicEl>
                                          </p:spTgt>
                                        </p:tgtEl>
                                        <p:attrNameLst>
                                          <p:attrName>ppt_y</p:attrName>
                                        </p:attrNameLst>
                                      </p:cBhvr>
                                      <p:tavLst>
                                        <p:tav tm="0">
                                          <p:val>
                                            <p:strVal val="#ppt_y"/>
                                          </p:val>
                                        </p:tav>
                                        <p:tav tm="100000">
                                          <p:val>
                                            <p:strVal val="#ppt_y"/>
                                          </p:val>
                                        </p:tav>
                                      </p:tavLst>
                                    </p:anim>
                                  </p:childTnLst>
                                </p:cTn>
                              </p:par>
                              <p:par>
                                <p:cTn id="50" presetID="39" presetClass="entr" presetSubtype="0" accel="100000" fill="hold" grpId="2" nodeType="withEffect">
                                  <p:stCondLst>
                                    <p:cond delay="0"/>
                                  </p:stCondLst>
                                  <p:childTnLst>
                                    <p:set>
                                      <p:cBhvr>
                                        <p:cTn id="51" dur="1" fill="hold">
                                          <p:stCondLst>
                                            <p:cond delay="0"/>
                                          </p:stCondLst>
                                        </p:cTn>
                                        <p:tgtEl>
                                          <p:spTgt spid="16">
                                            <p:graphicEl>
                                              <a:dgm id="{1A98302D-3B9E-4735-8CFA-4F36FEFF957B}"/>
                                            </p:graphicEl>
                                          </p:spTgt>
                                        </p:tgtEl>
                                        <p:attrNameLst>
                                          <p:attrName>style.visibility</p:attrName>
                                        </p:attrNameLst>
                                      </p:cBhvr>
                                      <p:to>
                                        <p:strVal val="visible"/>
                                      </p:to>
                                    </p:set>
                                    <p:anim calcmode="lin" valueType="num">
                                      <p:cBhvr>
                                        <p:cTn id="52" dur="500" fill="hold"/>
                                        <p:tgtEl>
                                          <p:spTgt spid="16">
                                            <p:graphicEl>
                                              <a:dgm id="{1A98302D-3B9E-4735-8CFA-4F36FEFF957B}"/>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53" dur="500" fill="hold"/>
                                        <p:tgtEl>
                                          <p:spTgt spid="16">
                                            <p:graphicEl>
                                              <a:dgm id="{1A98302D-3B9E-4735-8CFA-4F36FEFF957B}"/>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54" dur="500" fill="hold"/>
                                        <p:tgtEl>
                                          <p:spTgt spid="16">
                                            <p:graphicEl>
                                              <a:dgm id="{1A98302D-3B9E-4735-8CFA-4F36FEFF957B}"/>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55" dur="500" fill="hold"/>
                                        <p:tgtEl>
                                          <p:spTgt spid="16">
                                            <p:graphicEl>
                                              <a:dgm id="{1A98302D-3B9E-4735-8CFA-4F36FEFF957B}"/>
                                            </p:graphicEl>
                                          </p:spTgt>
                                        </p:tgtEl>
                                        <p:attrNameLst>
                                          <p:attrName>ppt_y</p:attrName>
                                        </p:attrNameLst>
                                      </p:cBhvr>
                                      <p:tavLst>
                                        <p:tav tm="0">
                                          <p:val>
                                            <p:strVal val="#ppt_y"/>
                                          </p:val>
                                        </p:tav>
                                        <p:tav tm="100000">
                                          <p:val>
                                            <p:strVal val="#ppt_y"/>
                                          </p:val>
                                        </p:tav>
                                      </p:tavLst>
                                    </p:anim>
                                  </p:childTnLst>
                                </p:cTn>
                              </p:par>
                              <p:par>
                                <p:cTn id="56" presetID="39" presetClass="entr" presetSubtype="0" accel="100000" fill="hold" grpId="2" nodeType="withEffect">
                                  <p:stCondLst>
                                    <p:cond delay="0"/>
                                  </p:stCondLst>
                                  <p:childTnLst>
                                    <p:set>
                                      <p:cBhvr>
                                        <p:cTn id="57" dur="1" fill="hold">
                                          <p:stCondLst>
                                            <p:cond delay="0"/>
                                          </p:stCondLst>
                                        </p:cTn>
                                        <p:tgtEl>
                                          <p:spTgt spid="16">
                                            <p:graphicEl>
                                              <a:dgm id="{CFB78CB9-9324-4DB3-AA4B-148CF4F77860}"/>
                                            </p:graphicEl>
                                          </p:spTgt>
                                        </p:tgtEl>
                                        <p:attrNameLst>
                                          <p:attrName>style.visibility</p:attrName>
                                        </p:attrNameLst>
                                      </p:cBhvr>
                                      <p:to>
                                        <p:strVal val="visible"/>
                                      </p:to>
                                    </p:set>
                                    <p:anim calcmode="lin" valueType="num">
                                      <p:cBhvr>
                                        <p:cTn id="58" dur="500" fill="hold"/>
                                        <p:tgtEl>
                                          <p:spTgt spid="16">
                                            <p:graphicEl>
                                              <a:dgm id="{CFB78CB9-9324-4DB3-AA4B-148CF4F77860}"/>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59" dur="500" fill="hold"/>
                                        <p:tgtEl>
                                          <p:spTgt spid="16">
                                            <p:graphicEl>
                                              <a:dgm id="{CFB78CB9-9324-4DB3-AA4B-148CF4F77860}"/>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60" dur="500" fill="hold"/>
                                        <p:tgtEl>
                                          <p:spTgt spid="16">
                                            <p:graphicEl>
                                              <a:dgm id="{CFB78CB9-9324-4DB3-AA4B-148CF4F77860}"/>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61" dur="500" fill="hold"/>
                                        <p:tgtEl>
                                          <p:spTgt spid="16">
                                            <p:graphicEl>
                                              <a:dgm id="{CFB78CB9-9324-4DB3-AA4B-148CF4F77860}"/>
                                            </p:graphicEl>
                                          </p:spTgt>
                                        </p:tgtEl>
                                        <p:attrNameLst>
                                          <p:attrName>ppt_y</p:attrName>
                                        </p:attrNameLst>
                                      </p:cBhvr>
                                      <p:tavLst>
                                        <p:tav tm="0">
                                          <p:val>
                                            <p:strVal val="#ppt_y"/>
                                          </p:val>
                                        </p:tav>
                                        <p:tav tm="100000">
                                          <p:val>
                                            <p:strVal val="#ppt_y"/>
                                          </p:val>
                                        </p:tav>
                                      </p:tavLst>
                                    </p:anim>
                                  </p:childTnLst>
                                </p:cTn>
                              </p:par>
                              <p:par>
                                <p:cTn id="62" presetID="39" presetClass="entr" presetSubtype="0" accel="100000" fill="hold" grpId="2" nodeType="withEffect">
                                  <p:stCondLst>
                                    <p:cond delay="0"/>
                                  </p:stCondLst>
                                  <p:childTnLst>
                                    <p:set>
                                      <p:cBhvr>
                                        <p:cTn id="63" dur="1" fill="hold">
                                          <p:stCondLst>
                                            <p:cond delay="0"/>
                                          </p:stCondLst>
                                        </p:cTn>
                                        <p:tgtEl>
                                          <p:spTgt spid="16">
                                            <p:graphicEl>
                                              <a:dgm id="{AB0A22AB-EC9A-44DB-8701-9D6B88444585}"/>
                                            </p:graphicEl>
                                          </p:spTgt>
                                        </p:tgtEl>
                                        <p:attrNameLst>
                                          <p:attrName>style.visibility</p:attrName>
                                        </p:attrNameLst>
                                      </p:cBhvr>
                                      <p:to>
                                        <p:strVal val="visible"/>
                                      </p:to>
                                    </p:set>
                                    <p:anim calcmode="lin" valueType="num">
                                      <p:cBhvr>
                                        <p:cTn id="64" dur="500" fill="hold"/>
                                        <p:tgtEl>
                                          <p:spTgt spid="16">
                                            <p:graphicEl>
                                              <a:dgm id="{AB0A22AB-EC9A-44DB-8701-9D6B88444585}"/>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65" dur="500" fill="hold"/>
                                        <p:tgtEl>
                                          <p:spTgt spid="16">
                                            <p:graphicEl>
                                              <a:dgm id="{AB0A22AB-EC9A-44DB-8701-9D6B88444585}"/>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66" dur="500" fill="hold"/>
                                        <p:tgtEl>
                                          <p:spTgt spid="16">
                                            <p:graphicEl>
                                              <a:dgm id="{AB0A22AB-EC9A-44DB-8701-9D6B88444585}"/>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67" dur="500" fill="hold"/>
                                        <p:tgtEl>
                                          <p:spTgt spid="16">
                                            <p:graphicEl>
                                              <a:dgm id="{AB0A22AB-EC9A-44DB-8701-9D6B88444585}"/>
                                            </p:graphicEl>
                                          </p:spTgt>
                                        </p:tgtEl>
                                        <p:attrNameLst>
                                          <p:attrName>ppt_y</p:attrName>
                                        </p:attrNameLst>
                                      </p:cBhvr>
                                      <p:tavLst>
                                        <p:tav tm="0">
                                          <p:val>
                                            <p:strVal val="#ppt_y"/>
                                          </p:val>
                                        </p:tav>
                                        <p:tav tm="100000">
                                          <p:val>
                                            <p:strVal val="#ppt_y"/>
                                          </p:val>
                                        </p:tav>
                                      </p:tavLst>
                                    </p:anim>
                                  </p:childTnLst>
                                </p:cTn>
                              </p:par>
                              <p:par>
                                <p:cTn id="68" presetID="39" presetClass="entr" presetSubtype="0" accel="100000" fill="hold" grpId="2" nodeType="withEffect">
                                  <p:stCondLst>
                                    <p:cond delay="0"/>
                                  </p:stCondLst>
                                  <p:childTnLst>
                                    <p:set>
                                      <p:cBhvr>
                                        <p:cTn id="69" dur="1" fill="hold">
                                          <p:stCondLst>
                                            <p:cond delay="0"/>
                                          </p:stCondLst>
                                        </p:cTn>
                                        <p:tgtEl>
                                          <p:spTgt spid="16">
                                            <p:graphicEl>
                                              <a:dgm id="{E7A1B3C2-34D6-4696-B20C-9414515C6256}"/>
                                            </p:graphicEl>
                                          </p:spTgt>
                                        </p:tgtEl>
                                        <p:attrNameLst>
                                          <p:attrName>style.visibility</p:attrName>
                                        </p:attrNameLst>
                                      </p:cBhvr>
                                      <p:to>
                                        <p:strVal val="visible"/>
                                      </p:to>
                                    </p:set>
                                    <p:anim calcmode="lin" valueType="num">
                                      <p:cBhvr>
                                        <p:cTn id="70" dur="500" fill="hold"/>
                                        <p:tgtEl>
                                          <p:spTgt spid="16">
                                            <p:graphicEl>
                                              <a:dgm id="{E7A1B3C2-34D6-4696-B20C-9414515C6256}"/>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71" dur="500" fill="hold"/>
                                        <p:tgtEl>
                                          <p:spTgt spid="16">
                                            <p:graphicEl>
                                              <a:dgm id="{E7A1B3C2-34D6-4696-B20C-9414515C6256}"/>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72" dur="500" fill="hold"/>
                                        <p:tgtEl>
                                          <p:spTgt spid="16">
                                            <p:graphicEl>
                                              <a:dgm id="{E7A1B3C2-34D6-4696-B20C-9414515C6256}"/>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73" dur="500" fill="hold"/>
                                        <p:tgtEl>
                                          <p:spTgt spid="16">
                                            <p:graphicEl>
                                              <a:dgm id="{E7A1B3C2-34D6-4696-B20C-9414515C6256}"/>
                                            </p:graphicEl>
                                          </p:spTgt>
                                        </p:tgtEl>
                                        <p:attrNameLst>
                                          <p:attrName>ppt_y</p:attrName>
                                        </p:attrNameLst>
                                      </p:cBhvr>
                                      <p:tavLst>
                                        <p:tav tm="0">
                                          <p:val>
                                            <p:strVal val="#ppt_y"/>
                                          </p:val>
                                        </p:tav>
                                        <p:tav tm="100000">
                                          <p:val>
                                            <p:strVal val="#ppt_y"/>
                                          </p:val>
                                        </p:tav>
                                      </p:tavLst>
                                    </p:anim>
                                  </p:childTnLst>
                                </p:cTn>
                              </p:par>
                              <p:par>
                                <p:cTn id="74" presetID="39" presetClass="entr" presetSubtype="0" accel="100000" fill="hold" grpId="2" nodeType="withEffect">
                                  <p:stCondLst>
                                    <p:cond delay="0"/>
                                  </p:stCondLst>
                                  <p:childTnLst>
                                    <p:set>
                                      <p:cBhvr>
                                        <p:cTn id="75" dur="1" fill="hold">
                                          <p:stCondLst>
                                            <p:cond delay="0"/>
                                          </p:stCondLst>
                                        </p:cTn>
                                        <p:tgtEl>
                                          <p:spTgt spid="16">
                                            <p:graphicEl>
                                              <a:dgm id="{BE4C6BA8-CCE0-400D-AC0C-C74B80C41656}"/>
                                            </p:graphicEl>
                                          </p:spTgt>
                                        </p:tgtEl>
                                        <p:attrNameLst>
                                          <p:attrName>style.visibility</p:attrName>
                                        </p:attrNameLst>
                                      </p:cBhvr>
                                      <p:to>
                                        <p:strVal val="visible"/>
                                      </p:to>
                                    </p:set>
                                    <p:anim calcmode="lin" valueType="num">
                                      <p:cBhvr>
                                        <p:cTn id="76" dur="500" fill="hold"/>
                                        <p:tgtEl>
                                          <p:spTgt spid="16">
                                            <p:graphicEl>
                                              <a:dgm id="{BE4C6BA8-CCE0-400D-AC0C-C74B80C41656}"/>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77" dur="500" fill="hold"/>
                                        <p:tgtEl>
                                          <p:spTgt spid="16">
                                            <p:graphicEl>
                                              <a:dgm id="{BE4C6BA8-CCE0-400D-AC0C-C74B80C41656}"/>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78" dur="500" fill="hold"/>
                                        <p:tgtEl>
                                          <p:spTgt spid="16">
                                            <p:graphicEl>
                                              <a:dgm id="{BE4C6BA8-CCE0-400D-AC0C-C74B80C41656}"/>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79" dur="500" fill="hold"/>
                                        <p:tgtEl>
                                          <p:spTgt spid="16">
                                            <p:graphicEl>
                                              <a:dgm id="{BE4C6BA8-CCE0-400D-AC0C-C74B80C41656}"/>
                                            </p:graphicEl>
                                          </p:spTgt>
                                        </p:tgtEl>
                                        <p:attrNameLst>
                                          <p:attrName>ppt_y</p:attrName>
                                        </p:attrNameLst>
                                      </p:cBhvr>
                                      <p:tavLst>
                                        <p:tav tm="0">
                                          <p:val>
                                            <p:strVal val="#ppt_y"/>
                                          </p:val>
                                        </p:tav>
                                        <p:tav tm="100000">
                                          <p:val>
                                            <p:strVal val="#ppt_y"/>
                                          </p:val>
                                        </p:tav>
                                      </p:tavLst>
                                    </p:anim>
                                  </p:childTnLst>
                                </p:cTn>
                              </p:par>
                              <p:par>
                                <p:cTn id="80" presetID="39" presetClass="entr" presetSubtype="0" accel="100000" fill="hold" grpId="2" nodeType="withEffect">
                                  <p:stCondLst>
                                    <p:cond delay="0"/>
                                  </p:stCondLst>
                                  <p:childTnLst>
                                    <p:set>
                                      <p:cBhvr>
                                        <p:cTn id="81" dur="1" fill="hold">
                                          <p:stCondLst>
                                            <p:cond delay="0"/>
                                          </p:stCondLst>
                                        </p:cTn>
                                        <p:tgtEl>
                                          <p:spTgt spid="16">
                                            <p:graphicEl>
                                              <a:dgm id="{832CB016-EB61-4003-A9CE-09F7ECB679C2}"/>
                                            </p:graphicEl>
                                          </p:spTgt>
                                        </p:tgtEl>
                                        <p:attrNameLst>
                                          <p:attrName>style.visibility</p:attrName>
                                        </p:attrNameLst>
                                      </p:cBhvr>
                                      <p:to>
                                        <p:strVal val="visible"/>
                                      </p:to>
                                    </p:set>
                                    <p:anim calcmode="lin" valueType="num">
                                      <p:cBhvr>
                                        <p:cTn id="82" dur="500" fill="hold"/>
                                        <p:tgtEl>
                                          <p:spTgt spid="16">
                                            <p:graphicEl>
                                              <a:dgm id="{832CB016-EB61-4003-A9CE-09F7ECB679C2}"/>
                                            </p:graphicEl>
                                          </p:spTgt>
                                        </p:tgtEl>
                                        <p:attrNameLst>
                                          <p:attrName>ppt_h</p:attrName>
                                        </p:attrNameLst>
                                      </p:cBhvr>
                                      <p:tavLst>
                                        <p:tav tm="0">
                                          <p:val>
                                            <p:strVal val="#ppt_h/20"/>
                                          </p:val>
                                        </p:tav>
                                        <p:tav tm="50000">
                                          <p:val>
                                            <p:strVal val="#ppt_h/20"/>
                                          </p:val>
                                        </p:tav>
                                        <p:tav tm="100000">
                                          <p:val>
                                            <p:strVal val="#ppt_h"/>
                                          </p:val>
                                        </p:tav>
                                      </p:tavLst>
                                    </p:anim>
                                    <p:anim calcmode="lin" valueType="num">
                                      <p:cBhvr>
                                        <p:cTn id="83" dur="500" fill="hold"/>
                                        <p:tgtEl>
                                          <p:spTgt spid="16">
                                            <p:graphicEl>
                                              <a:dgm id="{832CB016-EB61-4003-A9CE-09F7ECB679C2}"/>
                                            </p:graphicEl>
                                          </p:spTgt>
                                        </p:tgtEl>
                                        <p:attrNameLst>
                                          <p:attrName>ppt_w</p:attrName>
                                        </p:attrNameLst>
                                      </p:cBhvr>
                                      <p:tavLst>
                                        <p:tav tm="0">
                                          <p:val>
                                            <p:strVal val="#ppt_w+.3"/>
                                          </p:val>
                                        </p:tav>
                                        <p:tav tm="50000">
                                          <p:val>
                                            <p:strVal val="#ppt_w+.3"/>
                                          </p:val>
                                        </p:tav>
                                        <p:tav tm="100000">
                                          <p:val>
                                            <p:strVal val="#ppt_w"/>
                                          </p:val>
                                        </p:tav>
                                      </p:tavLst>
                                    </p:anim>
                                    <p:anim calcmode="lin" valueType="num">
                                      <p:cBhvr>
                                        <p:cTn id="84" dur="500" fill="hold"/>
                                        <p:tgtEl>
                                          <p:spTgt spid="16">
                                            <p:graphicEl>
                                              <a:dgm id="{832CB016-EB61-4003-A9CE-09F7ECB679C2}"/>
                                            </p:graphicEl>
                                          </p:spTgt>
                                        </p:tgtEl>
                                        <p:attrNameLst>
                                          <p:attrName>ppt_x</p:attrName>
                                        </p:attrNameLst>
                                      </p:cBhvr>
                                      <p:tavLst>
                                        <p:tav tm="0">
                                          <p:val>
                                            <p:strVal val="#ppt_x-.3"/>
                                          </p:val>
                                        </p:tav>
                                        <p:tav tm="50000">
                                          <p:val>
                                            <p:strVal val="#ppt_x"/>
                                          </p:val>
                                        </p:tav>
                                        <p:tav tm="100000">
                                          <p:val>
                                            <p:strVal val="#ppt_x"/>
                                          </p:val>
                                        </p:tav>
                                      </p:tavLst>
                                    </p:anim>
                                    <p:anim calcmode="lin" valueType="num">
                                      <p:cBhvr>
                                        <p:cTn id="85" dur="500" fill="hold"/>
                                        <p:tgtEl>
                                          <p:spTgt spid="16">
                                            <p:graphicEl>
                                              <a:dgm id="{832CB016-EB61-4003-A9CE-09F7ECB679C2}"/>
                                            </p:graphicEl>
                                          </p:spTgt>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3" presetClass="emph" presetSubtype="0" fill="hold" grpId="1" nodeType="clickEffect">
                                  <p:stCondLst>
                                    <p:cond delay="0"/>
                                  </p:stCondLst>
                                  <p:childTnLst>
                                    <p:animClr clrSpc="hsl" dir="cw">
                                      <p:cBhvr override="childStyle">
                                        <p:cTn id="89" dur="5000" fill="hold"/>
                                        <p:tgtEl>
                                          <p:spTgt spid="16">
                                            <p:graphicEl>
                                              <a:dgm id="{682AB20B-F006-49B3-B484-FAB767DDF6D2}"/>
                                            </p:graphicEl>
                                          </p:spTgt>
                                        </p:tgtEl>
                                        <p:attrNameLst>
                                          <p:attrName>style.color</p:attrName>
                                        </p:attrNameLst>
                                      </p:cBhvr>
                                      <p:by>
                                        <p:hsl h="10842353" s="0" l="0"/>
                                      </p:by>
                                    </p:animClr>
                                    <p:animClr clrSpc="hsl" dir="cw">
                                      <p:cBhvr>
                                        <p:cTn id="90" dur="5000" fill="hold"/>
                                        <p:tgtEl>
                                          <p:spTgt spid="16">
                                            <p:graphicEl>
                                              <a:dgm id="{682AB20B-F006-49B3-B484-FAB767DDF6D2}"/>
                                            </p:graphicEl>
                                          </p:spTgt>
                                        </p:tgtEl>
                                        <p:attrNameLst>
                                          <p:attrName>fillcolor</p:attrName>
                                        </p:attrNameLst>
                                      </p:cBhvr>
                                      <p:by>
                                        <p:hsl h="10842353" s="0" l="0"/>
                                      </p:by>
                                    </p:animClr>
                                    <p:animClr clrSpc="hsl" dir="cw">
                                      <p:cBhvr>
                                        <p:cTn id="91" dur="5000" fill="hold"/>
                                        <p:tgtEl>
                                          <p:spTgt spid="16">
                                            <p:graphicEl>
                                              <a:dgm id="{682AB20B-F006-49B3-B484-FAB767DDF6D2}"/>
                                            </p:graphicEl>
                                          </p:spTgt>
                                        </p:tgtEl>
                                        <p:attrNameLst>
                                          <p:attrName>stroke.color</p:attrName>
                                        </p:attrNameLst>
                                      </p:cBhvr>
                                      <p:by>
                                        <p:hsl h="10842353" s="0" l="0"/>
                                      </p:by>
                                    </p:animClr>
                                    <p:set>
                                      <p:cBhvr>
                                        <p:cTn id="92" dur="5000" fill="hold"/>
                                        <p:tgtEl>
                                          <p:spTgt spid="16">
                                            <p:graphicEl>
                                              <a:dgm id="{682AB20B-F006-49B3-B484-FAB767DDF6D2}"/>
                                            </p:graphicEl>
                                          </p:spTgt>
                                        </p:tgtEl>
                                        <p:attrNameLst>
                                          <p:attrName>fill.type</p:attrName>
                                        </p:attrNameLst>
                                      </p:cBhvr>
                                      <p:to>
                                        <p:strVal val="solid"/>
                                      </p:to>
                                    </p:set>
                                  </p:childTnLst>
                                </p:cTn>
                              </p:par>
                              <p:par>
                                <p:cTn id="93" presetID="23" presetClass="emph" presetSubtype="0" fill="hold" grpId="1" nodeType="withEffect">
                                  <p:stCondLst>
                                    <p:cond delay="0"/>
                                  </p:stCondLst>
                                  <p:childTnLst>
                                    <p:animClr clrSpc="hsl" dir="cw">
                                      <p:cBhvr override="childStyle">
                                        <p:cTn id="94" dur="5000" fill="hold"/>
                                        <p:tgtEl>
                                          <p:spTgt spid="16">
                                            <p:graphicEl>
                                              <a:dgm id="{1A98302D-3B9E-4735-8CFA-4F36FEFF957B}"/>
                                            </p:graphicEl>
                                          </p:spTgt>
                                        </p:tgtEl>
                                        <p:attrNameLst>
                                          <p:attrName>style.color</p:attrName>
                                        </p:attrNameLst>
                                      </p:cBhvr>
                                      <p:by>
                                        <p:hsl h="10842353" s="0" l="0"/>
                                      </p:by>
                                    </p:animClr>
                                    <p:animClr clrSpc="hsl" dir="cw">
                                      <p:cBhvr>
                                        <p:cTn id="95" dur="5000" fill="hold"/>
                                        <p:tgtEl>
                                          <p:spTgt spid="16">
                                            <p:graphicEl>
                                              <a:dgm id="{1A98302D-3B9E-4735-8CFA-4F36FEFF957B}"/>
                                            </p:graphicEl>
                                          </p:spTgt>
                                        </p:tgtEl>
                                        <p:attrNameLst>
                                          <p:attrName>fillcolor</p:attrName>
                                        </p:attrNameLst>
                                      </p:cBhvr>
                                      <p:by>
                                        <p:hsl h="10842353" s="0" l="0"/>
                                      </p:by>
                                    </p:animClr>
                                    <p:animClr clrSpc="hsl" dir="cw">
                                      <p:cBhvr>
                                        <p:cTn id="96" dur="5000" fill="hold"/>
                                        <p:tgtEl>
                                          <p:spTgt spid="16">
                                            <p:graphicEl>
                                              <a:dgm id="{1A98302D-3B9E-4735-8CFA-4F36FEFF957B}"/>
                                            </p:graphicEl>
                                          </p:spTgt>
                                        </p:tgtEl>
                                        <p:attrNameLst>
                                          <p:attrName>stroke.color</p:attrName>
                                        </p:attrNameLst>
                                      </p:cBhvr>
                                      <p:by>
                                        <p:hsl h="10842353" s="0" l="0"/>
                                      </p:by>
                                    </p:animClr>
                                    <p:set>
                                      <p:cBhvr>
                                        <p:cTn id="97" dur="5000" fill="hold"/>
                                        <p:tgtEl>
                                          <p:spTgt spid="16">
                                            <p:graphicEl>
                                              <a:dgm id="{1A98302D-3B9E-4735-8CFA-4F36FEFF957B}"/>
                                            </p:graphicEl>
                                          </p:spTgt>
                                        </p:tgtEl>
                                        <p:attrNameLst>
                                          <p:attrName>fill.type</p:attrName>
                                        </p:attrNameLst>
                                      </p:cBhvr>
                                      <p:to>
                                        <p:strVal val="solid"/>
                                      </p:to>
                                    </p:set>
                                  </p:childTnLst>
                                </p:cTn>
                              </p:par>
                              <p:par>
                                <p:cTn id="98" presetID="23" presetClass="emph" presetSubtype="0" fill="hold" grpId="1" nodeType="withEffect">
                                  <p:stCondLst>
                                    <p:cond delay="0"/>
                                  </p:stCondLst>
                                  <p:childTnLst>
                                    <p:animClr clrSpc="hsl" dir="cw">
                                      <p:cBhvr override="childStyle">
                                        <p:cTn id="99" dur="5000" fill="hold"/>
                                        <p:tgtEl>
                                          <p:spTgt spid="16">
                                            <p:graphicEl>
                                              <a:dgm id="{CFB78CB9-9324-4DB3-AA4B-148CF4F77860}"/>
                                            </p:graphicEl>
                                          </p:spTgt>
                                        </p:tgtEl>
                                        <p:attrNameLst>
                                          <p:attrName>style.color</p:attrName>
                                        </p:attrNameLst>
                                      </p:cBhvr>
                                      <p:by>
                                        <p:hsl h="10842353" s="0" l="0"/>
                                      </p:by>
                                    </p:animClr>
                                    <p:animClr clrSpc="hsl" dir="cw">
                                      <p:cBhvr>
                                        <p:cTn id="100" dur="5000" fill="hold"/>
                                        <p:tgtEl>
                                          <p:spTgt spid="16">
                                            <p:graphicEl>
                                              <a:dgm id="{CFB78CB9-9324-4DB3-AA4B-148CF4F77860}"/>
                                            </p:graphicEl>
                                          </p:spTgt>
                                        </p:tgtEl>
                                        <p:attrNameLst>
                                          <p:attrName>fillcolor</p:attrName>
                                        </p:attrNameLst>
                                      </p:cBhvr>
                                      <p:by>
                                        <p:hsl h="10842353" s="0" l="0"/>
                                      </p:by>
                                    </p:animClr>
                                    <p:animClr clrSpc="hsl" dir="cw">
                                      <p:cBhvr>
                                        <p:cTn id="101" dur="5000" fill="hold"/>
                                        <p:tgtEl>
                                          <p:spTgt spid="16">
                                            <p:graphicEl>
                                              <a:dgm id="{CFB78CB9-9324-4DB3-AA4B-148CF4F77860}"/>
                                            </p:graphicEl>
                                          </p:spTgt>
                                        </p:tgtEl>
                                        <p:attrNameLst>
                                          <p:attrName>stroke.color</p:attrName>
                                        </p:attrNameLst>
                                      </p:cBhvr>
                                      <p:by>
                                        <p:hsl h="10842353" s="0" l="0"/>
                                      </p:by>
                                    </p:animClr>
                                    <p:set>
                                      <p:cBhvr>
                                        <p:cTn id="102" dur="5000" fill="hold"/>
                                        <p:tgtEl>
                                          <p:spTgt spid="16">
                                            <p:graphicEl>
                                              <a:dgm id="{CFB78CB9-9324-4DB3-AA4B-148CF4F77860}"/>
                                            </p:graphicEl>
                                          </p:spTgt>
                                        </p:tgtEl>
                                        <p:attrNameLst>
                                          <p:attrName>fill.type</p:attrName>
                                        </p:attrNameLst>
                                      </p:cBhvr>
                                      <p:to>
                                        <p:strVal val="solid"/>
                                      </p:to>
                                    </p:set>
                                  </p:childTnLst>
                                </p:cTn>
                              </p:par>
                              <p:par>
                                <p:cTn id="103" presetID="23" presetClass="emph" presetSubtype="0" fill="hold" grpId="1" nodeType="withEffect">
                                  <p:stCondLst>
                                    <p:cond delay="0"/>
                                  </p:stCondLst>
                                  <p:childTnLst>
                                    <p:animClr clrSpc="hsl" dir="cw">
                                      <p:cBhvr override="childStyle">
                                        <p:cTn id="104" dur="5000" fill="hold"/>
                                        <p:tgtEl>
                                          <p:spTgt spid="16">
                                            <p:graphicEl>
                                              <a:dgm id="{AB0A22AB-EC9A-44DB-8701-9D6B88444585}"/>
                                            </p:graphicEl>
                                          </p:spTgt>
                                        </p:tgtEl>
                                        <p:attrNameLst>
                                          <p:attrName>style.color</p:attrName>
                                        </p:attrNameLst>
                                      </p:cBhvr>
                                      <p:by>
                                        <p:hsl h="10842353" s="0" l="0"/>
                                      </p:by>
                                    </p:animClr>
                                    <p:animClr clrSpc="hsl" dir="cw">
                                      <p:cBhvr>
                                        <p:cTn id="105" dur="5000" fill="hold"/>
                                        <p:tgtEl>
                                          <p:spTgt spid="16">
                                            <p:graphicEl>
                                              <a:dgm id="{AB0A22AB-EC9A-44DB-8701-9D6B88444585}"/>
                                            </p:graphicEl>
                                          </p:spTgt>
                                        </p:tgtEl>
                                        <p:attrNameLst>
                                          <p:attrName>fillcolor</p:attrName>
                                        </p:attrNameLst>
                                      </p:cBhvr>
                                      <p:by>
                                        <p:hsl h="10842353" s="0" l="0"/>
                                      </p:by>
                                    </p:animClr>
                                    <p:animClr clrSpc="hsl" dir="cw">
                                      <p:cBhvr>
                                        <p:cTn id="106" dur="5000" fill="hold"/>
                                        <p:tgtEl>
                                          <p:spTgt spid="16">
                                            <p:graphicEl>
                                              <a:dgm id="{AB0A22AB-EC9A-44DB-8701-9D6B88444585}"/>
                                            </p:graphicEl>
                                          </p:spTgt>
                                        </p:tgtEl>
                                        <p:attrNameLst>
                                          <p:attrName>stroke.color</p:attrName>
                                        </p:attrNameLst>
                                      </p:cBhvr>
                                      <p:by>
                                        <p:hsl h="10842353" s="0" l="0"/>
                                      </p:by>
                                    </p:animClr>
                                    <p:set>
                                      <p:cBhvr>
                                        <p:cTn id="107" dur="5000" fill="hold"/>
                                        <p:tgtEl>
                                          <p:spTgt spid="16">
                                            <p:graphicEl>
                                              <a:dgm id="{AB0A22AB-EC9A-44DB-8701-9D6B88444585}"/>
                                            </p:graphicEl>
                                          </p:spTgt>
                                        </p:tgtEl>
                                        <p:attrNameLst>
                                          <p:attrName>fill.type</p:attrName>
                                        </p:attrNameLst>
                                      </p:cBhvr>
                                      <p:to>
                                        <p:strVal val="solid"/>
                                      </p:to>
                                    </p:set>
                                  </p:childTnLst>
                                </p:cTn>
                              </p:par>
                              <p:par>
                                <p:cTn id="108" presetID="23" presetClass="emph" presetSubtype="0" fill="hold" grpId="1" nodeType="withEffect">
                                  <p:stCondLst>
                                    <p:cond delay="0"/>
                                  </p:stCondLst>
                                  <p:childTnLst>
                                    <p:animClr clrSpc="hsl" dir="cw">
                                      <p:cBhvr override="childStyle">
                                        <p:cTn id="109" dur="5000" fill="hold"/>
                                        <p:tgtEl>
                                          <p:spTgt spid="16">
                                            <p:graphicEl>
                                              <a:dgm id="{E7A1B3C2-34D6-4696-B20C-9414515C6256}"/>
                                            </p:graphicEl>
                                          </p:spTgt>
                                        </p:tgtEl>
                                        <p:attrNameLst>
                                          <p:attrName>style.color</p:attrName>
                                        </p:attrNameLst>
                                      </p:cBhvr>
                                      <p:by>
                                        <p:hsl h="10842353" s="0" l="0"/>
                                      </p:by>
                                    </p:animClr>
                                    <p:animClr clrSpc="hsl" dir="cw">
                                      <p:cBhvr>
                                        <p:cTn id="110" dur="5000" fill="hold"/>
                                        <p:tgtEl>
                                          <p:spTgt spid="16">
                                            <p:graphicEl>
                                              <a:dgm id="{E7A1B3C2-34D6-4696-B20C-9414515C6256}"/>
                                            </p:graphicEl>
                                          </p:spTgt>
                                        </p:tgtEl>
                                        <p:attrNameLst>
                                          <p:attrName>fillcolor</p:attrName>
                                        </p:attrNameLst>
                                      </p:cBhvr>
                                      <p:by>
                                        <p:hsl h="10842353" s="0" l="0"/>
                                      </p:by>
                                    </p:animClr>
                                    <p:animClr clrSpc="hsl" dir="cw">
                                      <p:cBhvr>
                                        <p:cTn id="111" dur="5000" fill="hold"/>
                                        <p:tgtEl>
                                          <p:spTgt spid="16">
                                            <p:graphicEl>
                                              <a:dgm id="{E7A1B3C2-34D6-4696-B20C-9414515C6256}"/>
                                            </p:graphicEl>
                                          </p:spTgt>
                                        </p:tgtEl>
                                        <p:attrNameLst>
                                          <p:attrName>stroke.color</p:attrName>
                                        </p:attrNameLst>
                                      </p:cBhvr>
                                      <p:by>
                                        <p:hsl h="10842353" s="0" l="0"/>
                                      </p:by>
                                    </p:animClr>
                                    <p:set>
                                      <p:cBhvr>
                                        <p:cTn id="112" dur="5000" fill="hold"/>
                                        <p:tgtEl>
                                          <p:spTgt spid="16">
                                            <p:graphicEl>
                                              <a:dgm id="{E7A1B3C2-34D6-4696-B20C-9414515C6256}"/>
                                            </p:graphicEl>
                                          </p:spTgt>
                                        </p:tgtEl>
                                        <p:attrNameLst>
                                          <p:attrName>fill.type</p:attrName>
                                        </p:attrNameLst>
                                      </p:cBhvr>
                                      <p:to>
                                        <p:strVal val="solid"/>
                                      </p:to>
                                    </p:set>
                                  </p:childTnLst>
                                </p:cTn>
                              </p:par>
                              <p:par>
                                <p:cTn id="113" presetID="23" presetClass="emph" presetSubtype="0" fill="hold" grpId="1" nodeType="withEffect">
                                  <p:stCondLst>
                                    <p:cond delay="0"/>
                                  </p:stCondLst>
                                  <p:childTnLst>
                                    <p:animClr clrSpc="hsl" dir="cw">
                                      <p:cBhvr override="childStyle">
                                        <p:cTn id="114" dur="5000" fill="hold"/>
                                        <p:tgtEl>
                                          <p:spTgt spid="16">
                                            <p:graphicEl>
                                              <a:dgm id="{BE4C6BA8-CCE0-400D-AC0C-C74B80C41656}"/>
                                            </p:graphicEl>
                                          </p:spTgt>
                                        </p:tgtEl>
                                        <p:attrNameLst>
                                          <p:attrName>style.color</p:attrName>
                                        </p:attrNameLst>
                                      </p:cBhvr>
                                      <p:by>
                                        <p:hsl h="10842353" s="0" l="0"/>
                                      </p:by>
                                    </p:animClr>
                                    <p:animClr clrSpc="hsl" dir="cw">
                                      <p:cBhvr>
                                        <p:cTn id="115" dur="5000" fill="hold"/>
                                        <p:tgtEl>
                                          <p:spTgt spid="16">
                                            <p:graphicEl>
                                              <a:dgm id="{BE4C6BA8-CCE0-400D-AC0C-C74B80C41656}"/>
                                            </p:graphicEl>
                                          </p:spTgt>
                                        </p:tgtEl>
                                        <p:attrNameLst>
                                          <p:attrName>fillcolor</p:attrName>
                                        </p:attrNameLst>
                                      </p:cBhvr>
                                      <p:by>
                                        <p:hsl h="10842353" s="0" l="0"/>
                                      </p:by>
                                    </p:animClr>
                                    <p:animClr clrSpc="hsl" dir="cw">
                                      <p:cBhvr>
                                        <p:cTn id="116" dur="5000" fill="hold"/>
                                        <p:tgtEl>
                                          <p:spTgt spid="16">
                                            <p:graphicEl>
                                              <a:dgm id="{BE4C6BA8-CCE0-400D-AC0C-C74B80C41656}"/>
                                            </p:graphicEl>
                                          </p:spTgt>
                                        </p:tgtEl>
                                        <p:attrNameLst>
                                          <p:attrName>stroke.color</p:attrName>
                                        </p:attrNameLst>
                                      </p:cBhvr>
                                      <p:by>
                                        <p:hsl h="10842353" s="0" l="0"/>
                                      </p:by>
                                    </p:animClr>
                                    <p:set>
                                      <p:cBhvr>
                                        <p:cTn id="117" dur="5000" fill="hold"/>
                                        <p:tgtEl>
                                          <p:spTgt spid="16">
                                            <p:graphicEl>
                                              <a:dgm id="{BE4C6BA8-CCE0-400D-AC0C-C74B80C41656}"/>
                                            </p:graphicEl>
                                          </p:spTgt>
                                        </p:tgtEl>
                                        <p:attrNameLst>
                                          <p:attrName>fill.type</p:attrName>
                                        </p:attrNameLst>
                                      </p:cBhvr>
                                      <p:to>
                                        <p:strVal val="solid"/>
                                      </p:to>
                                    </p:set>
                                  </p:childTnLst>
                                </p:cTn>
                              </p:par>
                              <p:par>
                                <p:cTn id="118" presetID="23" presetClass="emph" presetSubtype="0" fill="hold" grpId="1" nodeType="withEffect">
                                  <p:stCondLst>
                                    <p:cond delay="0"/>
                                  </p:stCondLst>
                                  <p:childTnLst>
                                    <p:animClr clrSpc="hsl" dir="cw">
                                      <p:cBhvr override="childStyle">
                                        <p:cTn id="119" dur="5000" fill="hold"/>
                                        <p:tgtEl>
                                          <p:spTgt spid="16">
                                            <p:graphicEl>
                                              <a:dgm id="{832CB016-EB61-4003-A9CE-09F7ECB679C2}"/>
                                            </p:graphicEl>
                                          </p:spTgt>
                                        </p:tgtEl>
                                        <p:attrNameLst>
                                          <p:attrName>style.color</p:attrName>
                                        </p:attrNameLst>
                                      </p:cBhvr>
                                      <p:by>
                                        <p:hsl h="10842353" s="0" l="0"/>
                                      </p:by>
                                    </p:animClr>
                                    <p:animClr clrSpc="hsl" dir="cw">
                                      <p:cBhvr>
                                        <p:cTn id="120" dur="5000" fill="hold"/>
                                        <p:tgtEl>
                                          <p:spTgt spid="16">
                                            <p:graphicEl>
                                              <a:dgm id="{832CB016-EB61-4003-A9CE-09F7ECB679C2}"/>
                                            </p:graphicEl>
                                          </p:spTgt>
                                        </p:tgtEl>
                                        <p:attrNameLst>
                                          <p:attrName>fillcolor</p:attrName>
                                        </p:attrNameLst>
                                      </p:cBhvr>
                                      <p:by>
                                        <p:hsl h="10842353" s="0" l="0"/>
                                      </p:by>
                                    </p:animClr>
                                    <p:animClr clrSpc="hsl" dir="cw">
                                      <p:cBhvr>
                                        <p:cTn id="121" dur="5000" fill="hold"/>
                                        <p:tgtEl>
                                          <p:spTgt spid="16">
                                            <p:graphicEl>
                                              <a:dgm id="{832CB016-EB61-4003-A9CE-09F7ECB679C2}"/>
                                            </p:graphicEl>
                                          </p:spTgt>
                                        </p:tgtEl>
                                        <p:attrNameLst>
                                          <p:attrName>stroke.color</p:attrName>
                                        </p:attrNameLst>
                                      </p:cBhvr>
                                      <p:by>
                                        <p:hsl h="10842353" s="0" l="0"/>
                                      </p:by>
                                    </p:animClr>
                                    <p:set>
                                      <p:cBhvr>
                                        <p:cTn id="122" dur="5000" fill="hold"/>
                                        <p:tgtEl>
                                          <p:spTgt spid="16">
                                            <p:graphicEl>
                                              <a:dgm id="{832CB016-EB61-4003-A9CE-09F7ECB679C2}"/>
                                            </p:graphicEl>
                                          </p:spTgt>
                                        </p:tgtEl>
                                        <p:attrNameLst>
                                          <p:attrName>fill.type</p:attrName>
                                        </p:attrNameLst>
                                      </p:cBhvr>
                                      <p:to>
                                        <p:strVal val="solid"/>
                                      </p:to>
                                    </p:set>
                                  </p:childTnLst>
                                </p:cTn>
                              </p:par>
                            </p:childTnLst>
                          </p:cTn>
                        </p:par>
                      </p:childTnLst>
                    </p:cTn>
                  </p:par>
                  <p:par>
                    <p:cTn id="123" fill="hold">
                      <p:stCondLst>
                        <p:cond delay="indefinite"/>
                      </p:stCondLst>
                      <p:childTnLst>
                        <p:par>
                          <p:cTn id="124" fill="hold">
                            <p:stCondLst>
                              <p:cond delay="0"/>
                            </p:stCondLst>
                            <p:childTnLst>
                              <p:par>
                                <p:cTn id="125" presetID="1" presetClass="emph" presetSubtype="2" fill="hold" grpId="0" nodeType="clickEffect">
                                  <p:stCondLst>
                                    <p:cond delay="0"/>
                                  </p:stCondLst>
                                  <p:childTnLst>
                                    <p:animClr clrSpc="rgb" dir="cw">
                                      <p:cBhvr>
                                        <p:cTn id="126" dur="2000" fill="hold"/>
                                        <p:tgtEl>
                                          <p:spTgt spid="16">
                                            <p:graphicEl>
                                              <a:dgm id="{682AB20B-F006-49B3-B484-FAB767DDF6D2}"/>
                                            </p:graphicEl>
                                          </p:spTgt>
                                        </p:tgtEl>
                                        <p:attrNameLst>
                                          <p:attrName>fillcolor</p:attrName>
                                        </p:attrNameLst>
                                      </p:cBhvr>
                                      <p:to>
                                        <a:srgbClr val="00FFFF"/>
                                      </p:to>
                                    </p:animClr>
                                    <p:set>
                                      <p:cBhvr>
                                        <p:cTn id="127" dur="2000" fill="hold"/>
                                        <p:tgtEl>
                                          <p:spTgt spid="16">
                                            <p:graphicEl>
                                              <a:dgm id="{682AB20B-F006-49B3-B484-FAB767DDF6D2}"/>
                                            </p:graphicEl>
                                          </p:spTgt>
                                        </p:tgtEl>
                                        <p:attrNameLst>
                                          <p:attrName>fill.type</p:attrName>
                                        </p:attrNameLst>
                                      </p:cBhvr>
                                      <p:to>
                                        <p:strVal val="solid"/>
                                      </p:to>
                                    </p:set>
                                    <p:set>
                                      <p:cBhvr>
                                        <p:cTn id="128" dur="2000" fill="hold"/>
                                        <p:tgtEl>
                                          <p:spTgt spid="16">
                                            <p:graphicEl>
                                              <a:dgm id="{682AB20B-F006-49B3-B484-FAB767DDF6D2}"/>
                                            </p:graphicEl>
                                          </p:spTgt>
                                        </p:tgtEl>
                                        <p:attrNameLst>
                                          <p:attrName>fill.on</p:attrName>
                                        </p:attrNameLst>
                                      </p:cBhvr>
                                      <p:to>
                                        <p:strVal val="true"/>
                                      </p:to>
                                    </p:set>
                                  </p:childTnLst>
                                </p:cTn>
                              </p:par>
                              <p:par>
                                <p:cTn id="129" presetID="1" presetClass="emph" presetSubtype="2" fill="hold" grpId="0" nodeType="withEffect">
                                  <p:stCondLst>
                                    <p:cond delay="0"/>
                                  </p:stCondLst>
                                  <p:childTnLst>
                                    <p:animClr clrSpc="rgb" dir="cw">
                                      <p:cBhvr>
                                        <p:cTn id="130" dur="2000" fill="hold"/>
                                        <p:tgtEl>
                                          <p:spTgt spid="16">
                                            <p:graphicEl>
                                              <a:dgm id="{1A98302D-3B9E-4735-8CFA-4F36FEFF957B}"/>
                                            </p:graphicEl>
                                          </p:spTgt>
                                        </p:tgtEl>
                                        <p:attrNameLst>
                                          <p:attrName>fillcolor</p:attrName>
                                        </p:attrNameLst>
                                      </p:cBhvr>
                                      <p:to>
                                        <a:srgbClr val="00FFFF"/>
                                      </p:to>
                                    </p:animClr>
                                    <p:set>
                                      <p:cBhvr>
                                        <p:cTn id="131" dur="2000" fill="hold"/>
                                        <p:tgtEl>
                                          <p:spTgt spid="16">
                                            <p:graphicEl>
                                              <a:dgm id="{1A98302D-3B9E-4735-8CFA-4F36FEFF957B}"/>
                                            </p:graphicEl>
                                          </p:spTgt>
                                        </p:tgtEl>
                                        <p:attrNameLst>
                                          <p:attrName>fill.type</p:attrName>
                                        </p:attrNameLst>
                                      </p:cBhvr>
                                      <p:to>
                                        <p:strVal val="solid"/>
                                      </p:to>
                                    </p:set>
                                    <p:set>
                                      <p:cBhvr>
                                        <p:cTn id="132" dur="2000" fill="hold"/>
                                        <p:tgtEl>
                                          <p:spTgt spid="16">
                                            <p:graphicEl>
                                              <a:dgm id="{1A98302D-3B9E-4735-8CFA-4F36FEFF957B}"/>
                                            </p:graphicEl>
                                          </p:spTgt>
                                        </p:tgtEl>
                                        <p:attrNameLst>
                                          <p:attrName>fill.on</p:attrName>
                                        </p:attrNameLst>
                                      </p:cBhvr>
                                      <p:to>
                                        <p:strVal val="true"/>
                                      </p:to>
                                    </p:set>
                                  </p:childTnLst>
                                </p:cTn>
                              </p:par>
                              <p:par>
                                <p:cTn id="133" presetID="1" presetClass="emph" presetSubtype="2" fill="hold" grpId="0" nodeType="withEffect">
                                  <p:stCondLst>
                                    <p:cond delay="0"/>
                                  </p:stCondLst>
                                  <p:childTnLst>
                                    <p:animClr clrSpc="rgb" dir="cw">
                                      <p:cBhvr>
                                        <p:cTn id="134" dur="2000" fill="hold"/>
                                        <p:tgtEl>
                                          <p:spTgt spid="16">
                                            <p:graphicEl>
                                              <a:dgm id="{CFB78CB9-9324-4DB3-AA4B-148CF4F77860}"/>
                                            </p:graphicEl>
                                          </p:spTgt>
                                        </p:tgtEl>
                                        <p:attrNameLst>
                                          <p:attrName>fillcolor</p:attrName>
                                        </p:attrNameLst>
                                      </p:cBhvr>
                                      <p:to>
                                        <a:srgbClr val="00FFFF"/>
                                      </p:to>
                                    </p:animClr>
                                    <p:set>
                                      <p:cBhvr>
                                        <p:cTn id="135" dur="2000" fill="hold"/>
                                        <p:tgtEl>
                                          <p:spTgt spid="16">
                                            <p:graphicEl>
                                              <a:dgm id="{CFB78CB9-9324-4DB3-AA4B-148CF4F77860}"/>
                                            </p:graphicEl>
                                          </p:spTgt>
                                        </p:tgtEl>
                                        <p:attrNameLst>
                                          <p:attrName>fill.type</p:attrName>
                                        </p:attrNameLst>
                                      </p:cBhvr>
                                      <p:to>
                                        <p:strVal val="solid"/>
                                      </p:to>
                                    </p:set>
                                    <p:set>
                                      <p:cBhvr>
                                        <p:cTn id="136" dur="2000" fill="hold"/>
                                        <p:tgtEl>
                                          <p:spTgt spid="16">
                                            <p:graphicEl>
                                              <a:dgm id="{CFB78CB9-9324-4DB3-AA4B-148CF4F77860}"/>
                                            </p:graphicEl>
                                          </p:spTgt>
                                        </p:tgtEl>
                                        <p:attrNameLst>
                                          <p:attrName>fill.on</p:attrName>
                                        </p:attrNameLst>
                                      </p:cBhvr>
                                      <p:to>
                                        <p:strVal val="true"/>
                                      </p:to>
                                    </p:set>
                                  </p:childTnLst>
                                </p:cTn>
                              </p:par>
                              <p:par>
                                <p:cTn id="137" presetID="1" presetClass="emph" presetSubtype="2" fill="hold" grpId="0" nodeType="withEffect">
                                  <p:stCondLst>
                                    <p:cond delay="0"/>
                                  </p:stCondLst>
                                  <p:childTnLst>
                                    <p:animClr clrSpc="rgb" dir="cw">
                                      <p:cBhvr>
                                        <p:cTn id="138" dur="2000" fill="hold"/>
                                        <p:tgtEl>
                                          <p:spTgt spid="16">
                                            <p:graphicEl>
                                              <a:dgm id="{AB0A22AB-EC9A-44DB-8701-9D6B88444585}"/>
                                            </p:graphicEl>
                                          </p:spTgt>
                                        </p:tgtEl>
                                        <p:attrNameLst>
                                          <p:attrName>fillcolor</p:attrName>
                                        </p:attrNameLst>
                                      </p:cBhvr>
                                      <p:to>
                                        <a:srgbClr val="00FFFF"/>
                                      </p:to>
                                    </p:animClr>
                                    <p:set>
                                      <p:cBhvr>
                                        <p:cTn id="139" dur="2000" fill="hold"/>
                                        <p:tgtEl>
                                          <p:spTgt spid="16">
                                            <p:graphicEl>
                                              <a:dgm id="{AB0A22AB-EC9A-44DB-8701-9D6B88444585}"/>
                                            </p:graphicEl>
                                          </p:spTgt>
                                        </p:tgtEl>
                                        <p:attrNameLst>
                                          <p:attrName>fill.type</p:attrName>
                                        </p:attrNameLst>
                                      </p:cBhvr>
                                      <p:to>
                                        <p:strVal val="solid"/>
                                      </p:to>
                                    </p:set>
                                    <p:set>
                                      <p:cBhvr>
                                        <p:cTn id="140" dur="2000" fill="hold"/>
                                        <p:tgtEl>
                                          <p:spTgt spid="16">
                                            <p:graphicEl>
                                              <a:dgm id="{AB0A22AB-EC9A-44DB-8701-9D6B88444585}"/>
                                            </p:graphicEl>
                                          </p:spTgt>
                                        </p:tgtEl>
                                        <p:attrNameLst>
                                          <p:attrName>fill.on</p:attrName>
                                        </p:attrNameLst>
                                      </p:cBhvr>
                                      <p:to>
                                        <p:strVal val="true"/>
                                      </p:to>
                                    </p:set>
                                  </p:childTnLst>
                                </p:cTn>
                              </p:par>
                              <p:par>
                                <p:cTn id="141" presetID="1" presetClass="emph" presetSubtype="2" fill="hold" grpId="0" nodeType="withEffect">
                                  <p:stCondLst>
                                    <p:cond delay="0"/>
                                  </p:stCondLst>
                                  <p:childTnLst>
                                    <p:animClr clrSpc="rgb" dir="cw">
                                      <p:cBhvr>
                                        <p:cTn id="142" dur="2000" fill="hold"/>
                                        <p:tgtEl>
                                          <p:spTgt spid="16">
                                            <p:graphicEl>
                                              <a:dgm id="{E7A1B3C2-34D6-4696-B20C-9414515C6256}"/>
                                            </p:graphicEl>
                                          </p:spTgt>
                                        </p:tgtEl>
                                        <p:attrNameLst>
                                          <p:attrName>fillcolor</p:attrName>
                                        </p:attrNameLst>
                                      </p:cBhvr>
                                      <p:to>
                                        <a:srgbClr val="00FFFF"/>
                                      </p:to>
                                    </p:animClr>
                                    <p:set>
                                      <p:cBhvr>
                                        <p:cTn id="143" dur="2000" fill="hold"/>
                                        <p:tgtEl>
                                          <p:spTgt spid="16">
                                            <p:graphicEl>
                                              <a:dgm id="{E7A1B3C2-34D6-4696-B20C-9414515C6256}"/>
                                            </p:graphicEl>
                                          </p:spTgt>
                                        </p:tgtEl>
                                        <p:attrNameLst>
                                          <p:attrName>fill.type</p:attrName>
                                        </p:attrNameLst>
                                      </p:cBhvr>
                                      <p:to>
                                        <p:strVal val="solid"/>
                                      </p:to>
                                    </p:set>
                                    <p:set>
                                      <p:cBhvr>
                                        <p:cTn id="144" dur="2000" fill="hold"/>
                                        <p:tgtEl>
                                          <p:spTgt spid="16">
                                            <p:graphicEl>
                                              <a:dgm id="{E7A1B3C2-34D6-4696-B20C-9414515C6256}"/>
                                            </p:graphicEl>
                                          </p:spTgt>
                                        </p:tgtEl>
                                        <p:attrNameLst>
                                          <p:attrName>fill.on</p:attrName>
                                        </p:attrNameLst>
                                      </p:cBhvr>
                                      <p:to>
                                        <p:strVal val="true"/>
                                      </p:to>
                                    </p:set>
                                  </p:childTnLst>
                                </p:cTn>
                              </p:par>
                              <p:par>
                                <p:cTn id="145" presetID="1" presetClass="emph" presetSubtype="2" fill="hold" grpId="0" nodeType="withEffect">
                                  <p:stCondLst>
                                    <p:cond delay="0"/>
                                  </p:stCondLst>
                                  <p:childTnLst>
                                    <p:animClr clrSpc="rgb" dir="cw">
                                      <p:cBhvr>
                                        <p:cTn id="146" dur="2000" fill="hold"/>
                                        <p:tgtEl>
                                          <p:spTgt spid="16">
                                            <p:graphicEl>
                                              <a:dgm id="{BE4C6BA8-CCE0-400D-AC0C-C74B80C41656}"/>
                                            </p:graphicEl>
                                          </p:spTgt>
                                        </p:tgtEl>
                                        <p:attrNameLst>
                                          <p:attrName>fillcolor</p:attrName>
                                        </p:attrNameLst>
                                      </p:cBhvr>
                                      <p:to>
                                        <a:srgbClr val="00FFFF"/>
                                      </p:to>
                                    </p:animClr>
                                    <p:set>
                                      <p:cBhvr>
                                        <p:cTn id="147" dur="2000" fill="hold"/>
                                        <p:tgtEl>
                                          <p:spTgt spid="16">
                                            <p:graphicEl>
                                              <a:dgm id="{BE4C6BA8-CCE0-400D-AC0C-C74B80C41656}"/>
                                            </p:graphicEl>
                                          </p:spTgt>
                                        </p:tgtEl>
                                        <p:attrNameLst>
                                          <p:attrName>fill.type</p:attrName>
                                        </p:attrNameLst>
                                      </p:cBhvr>
                                      <p:to>
                                        <p:strVal val="solid"/>
                                      </p:to>
                                    </p:set>
                                    <p:set>
                                      <p:cBhvr>
                                        <p:cTn id="148" dur="2000" fill="hold"/>
                                        <p:tgtEl>
                                          <p:spTgt spid="16">
                                            <p:graphicEl>
                                              <a:dgm id="{BE4C6BA8-CCE0-400D-AC0C-C74B80C41656}"/>
                                            </p:graphicEl>
                                          </p:spTgt>
                                        </p:tgtEl>
                                        <p:attrNameLst>
                                          <p:attrName>fill.on</p:attrName>
                                        </p:attrNameLst>
                                      </p:cBhvr>
                                      <p:to>
                                        <p:strVal val="true"/>
                                      </p:to>
                                    </p:set>
                                  </p:childTnLst>
                                </p:cTn>
                              </p:par>
                              <p:par>
                                <p:cTn id="149" presetID="1" presetClass="emph" presetSubtype="2" fill="hold" grpId="0" nodeType="withEffect">
                                  <p:stCondLst>
                                    <p:cond delay="0"/>
                                  </p:stCondLst>
                                  <p:childTnLst>
                                    <p:animClr clrSpc="rgb" dir="cw">
                                      <p:cBhvr>
                                        <p:cTn id="150" dur="2000" fill="hold"/>
                                        <p:tgtEl>
                                          <p:spTgt spid="16">
                                            <p:graphicEl>
                                              <a:dgm id="{832CB016-EB61-4003-A9CE-09F7ECB679C2}"/>
                                            </p:graphicEl>
                                          </p:spTgt>
                                        </p:tgtEl>
                                        <p:attrNameLst>
                                          <p:attrName>fillcolor</p:attrName>
                                        </p:attrNameLst>
                                      </p:cBhvr>
                                      <p:to>
                                        <a:srgbClr val="00FFFF"/>
                                      </p:to>
                                    </p:animClr>
                                    <p:set>
                                      <p:cBhvr>
                                        <p:cTn id="151" dur="2000" fill="hold"/>
                                        <p:tgtEl>
                                          <p:spTgt spid="16">
                                            <p:graphicEl>
                                              <a:dgm id="{832CB016-EB61-4003-A9CE-09F7ECB679C2}"/>
                                            </p:graphicEl>
                                          </p:spTgt>
                                        </p:tgtEl>
                                        <p:attrNameLst>
                                          <p:attrName>fill.type</p:attrName>
                                        </p:attrNameLst>
                                      </p:cBhvr>
                                      <p:to>
                                        <p:strVal val="solid"/>
                                      </p:to>
                                    </p:set>
                                    <p:set>
                                      <p:cBhvr>
                                        <p:cTn id="152" dur="2000" fill="hold"/>
                                        <p:tgtEl>
                                          <p:spTgt spid="16">
                                            <p:graphicEl>
                                              <a:dgm id="{832CB016-EB61-4003-A9CE-09F7ECB679C2}"/>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3" grpId="0" animBg="1"/>
      <p:bldP spid="14" grpId="0" animBg="1"/>
      <p:bldGraphic spid="16" grpId="0">
        <p:bldSub>
          <a:bldDgm/>
        </p:bldSub>
      </p:bldGraphic>
      <p:bldGraphic spid="16" grpId="1">
        <p:bldSub>
          <a:bldDgm/>
        </p:bldSub>
      </p:bldGraphic>
      <p:bldGraphic spid="16" grpId="2">
        <p:bldSub>
          <a:bldDgm/>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a:t>
            </a:r>
            <a:endParaRPr lang="uk-UA" sz="3200" b="1" i="1" dirty="0" smtClean="0">
              <a:solidFill>
                <a:srgbClr val="C00000"/>
              </a:solidFill>
            </a:endParaRPr>
          </a:p>
          <a:p>
            <a:pPr algn="ctr"/>
            <a:endParaRPr lang="uk-UA" sz="3200" b="1" i="1" dirty="0">
              <a:solidFill>
                <a:schemeClr val="tx2">
                  <a:lumMod val="75000"/>
                </a:schemeClr>
              </a:solidFill>
            </a:endParaRPr>
          </a:p>
        </p:txBody>
      </p:sp>
      <p:sp>
        <p:nvSpPr>
          <p:cNvPr id="8" name="WordArt 57"/>
          <p:cNvSpPr>
            <a:spLocks noChangeArrowheads="1" noChangeShapeType="1" noTextEdit="1"/>
          </p:cNvSpPr>
          <p:nvPr/>
        </p:nvSpPr>
        <p:spPr bwMode="auto">
          <a:xfrm rot="20659357">
            <a:off x="100423" y="1322051"/>
            <a:ext cx="1612118" cy="965200"/>
          </a:xfrm>
          <a:prstGeom prst="rect">
            <a:avLst/>
          </a:prstGeom>
        </p:spPr>
        <p:txBody>
          <a:bodyPr wrap="none" fromWordArt="1">
            <a:prstTxWarp prst="textSlantUp">
              <a:avLst>
                <a:gd name="adj" fmla="val 32056"/>
              </a:avLst>
            </a:prstTxWarp>
          </a:bodyPr>
          <a:lstStyle/>
          <a:p>
            <a:r>
              <a:rPr lang="uk-UA" sz="2800" kern="10" dirty="0" smtClean="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 8 клас </a:t>
            </a:r>
            <a:endPar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endParaRPr>
          </a:p>
        </p:txBody>
      </p:sp>
      <p:sp>
        <p:nvSpPr>
          <p:cNvPr id="13" name="WordArt 66"/>
          <p:cNvSpPr>
            <a:spLocks noChangeArrowheads="1" noChangeShapeType="1" noTextEdit="1"/>
          </p:cNvSpPr>
          <p:nvPr/>
        </p:nvSpPr>
        <p:spPr bwMode="auto">
          <a:xfrm rot="893778">
            <a:off x="6976266" y="3187035"/>
            <a:ext cx="4446587" cy="2305050"/>
          </a:xfrm>
          <a:prstGeom prst="rect">
            <a:avLst/>
          </a:prstGeom>
        </p:spPr>
        <p:txBody>
          <a:bodyPr wrap="none" fromWordArt="1">
            <a:prstTxWarp prst="textWave1">
              <a:avLst>
                <a:gd name="adj1" fmla="val 13005"/>
                <a:gd name="adj2" fmla="val 0"/>
              </a:avLst>
            </a:prstTxWarp>
          </a:bodyPr>
          <a:lstStyle/>
          <a:p>
            <a:endParaRPr lang="uk-UA" sz="3600" kern="10" dirty="0" smtClean="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endParaRPr>
          </a:p>
        </p:txBody>
      </p:sp>
      <p:sp>
        <p:nvSpPr>
          <p:cNvPr id="22" name="WordArt 7"/>
          <p:cNvSpPr>
            <a:spLocks noChangeArrowheads="1" noChangeShapeType="1" noTextEdit="1"/>
          </p:cNvSpPr>
          <p:nvPr/>
        </p:nvSpPr>
        <p:spPr bwMode="auto">
          <a:xfrm rot="491355">
            <a:off x="6855684" y="1787421"/>
            <a:ext cx="4476750" cy="792163"/>
          </a:xfrm>
          <a:prstGeom prst="rect">
            <a:avLst/>
          </a:prstGeom>
        </p:spPr>
        <p:txBody>
          <a:bodyPr wrap="none" fromWordArt="1">
            <a:prstTxWarp prst="textPlain">
              <a:avLst>
                <a:gd name="adj" fmla="val 50000"/>
              </a:avLst>
            </a:prstTxWarp>
          </a:bodyPr>
          <a:lstStyle/>
          <a:p>
            <a:r>
              <a:rPr lang="uk-UA" sz="44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 Самостверджуйся "</a:t>
            </a:r>
            <a:endParaRPr lang="uk-UA" sz="44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sp>
        <p:nvSpPr>
          <p:cNvPr id="23" name="WordArt 66"/>
          <p:cNvSpPr>
            <a:spLocks noChangeArrowheads="1" noChangeShapeType="1" noTextEdit="1"/>
          </p:cNvSpPr>
          <p:nvPr/>
        </p:nvSpPr>
        <p:spPr bwMode="auto">
          <a:xfrm rot="893778">
            <a:off x="6391651" y="3142066"/>
            <a:ext cx="4446587" cy="2305050"/>
          </a:xfrm>
          <a:prstGeom prst="rect">
            <a:avLst/>
          </a:prstGeom>
        </p:spPr>
        <p:txBody>
          <a:bodyPr wrap="none" fromWordArt="1">
            <a:prstTxWarp prst="textWave1">
              <a:avLst>
                <a:gd name="adj1" fmla="val 13005"/>
                <a:gd name="adj2" fmla="val 0"/>
              </a:avLst>
            </a:prstTxWarp>
          </a:bodyPr>
          <a:lstStyle/>
          <a:p>
            <a:endParaRPr lang="uk-UA" sz="3600" kern="10" dirty="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endParaRPr>
          </a:p>
        </p:txBody>
      </p:sp>
      <p:pic>
        <p:nvPicPr>
          <p:cNvPr id="98306" name="Picture 2" descr="C:\Users\user\Desktop\34565-NZSKJK-1030x1030-1.jpeg"/>
          <p:cNvPicPr>
            <a:picLocks noChangeAspect="1" noChangeArrowheads="1"/>
          </p:cNvPicPr>
          <p:nvPr/>
        </p:nvPicPr>
        <p:blipFill>
          <a:blip r:embed="rId3"/>
          <a:srcRect/>
          <a:stretch>
            <a:fillRect/>
          </a:stretch>
        </p:blipFill>
        <p:spPr bwMode="auto">
          <a:xfrm>
            <a:off x="1678898" y="1798819"/>
            <a:ext cx="4668187" cy="4668187"/>
          </a:xfrm>
          <a:prstGeom prst="rect">
            <a:avLst/>
          </a:prstGeom>
          <a:noFill/>
        </p:spPr>
      </p:pic>
      <p:sp>
        <p:nvSpPr>
          <p:cNvPr id="26" name="Овал 25"/>
          <p:cNvSpPr/>
          <p:nvPr/>
        </p:nvSpPr>
        <p:spPr>
          <a:xfrm>
            <a:off x="3117953" y="5531371"/>
            <a:ext cx="2008682" cy="1094281"/>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800" dirty="0" smtClean="0">
                <a:solidFill>
                  <a:srgbClr val="FF0000"/>
                </a:solidFill>
              </a:rPr>
              <a:t>Я все зможу! </a:t>
            </a:r>
            <a:endParaRPr lang="uk-UA" sz="2800" dirty="0">
              <a:solidFill>
                <a:srgbClr val="FF0000"/>
              </a:solidFill>
            </a:endParaRPr>
          </a:p>
        </p:txBody>
      </p:sp>
      <p:sp>
        <p:nvSpPr>
          <p:cNvPr id="27" name="Прямоугольник 26"/>
          <p:cNvSpPr/>
          <p:nvPr/>
        </p:nvSpPr>
        <p:spPr>
          <a:xfrm rot="20602667">
            <a:off x="6625651" y="3290581"/>
            <a:ext cx="4557011" cy="2554545"/>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uk-UA" sz="3200" b="1" i="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cs typeface="Aparajita" pitchFamily="34" charset="0"/>
              </a:rPr>
              <a:t>Удача танцює лише з тим, </a:t>
            </a:r>
          </a:p>
          <a:p>
            <a:pPr algn="ctr"/>
            <a:r>
              <a:rPr lang="uk-UA" sz="3200" b="1" i="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cs typeface="Aparajita" pitchFamily="34" charset="0"/>
              </a:rPr>
              <a:t>хто запрошує її на танець</a:t>
            </a:r>
          </a:p>
          <a:p>
            <a:pPr algn="ctr"/>
            <a:r>
              <a:rPr lang="uk-UA" sz="3200" b="1" i="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cs typeface="Aparajita" pitchFamily="34" charset="0"/>
              </a:rPr>
              <a:t>Бодо Шефер</a:t>
            </a:r>
            <a:endParaRPr lang="uk-UA" sz="32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2000" fill="hold"/>
                                        <p:tgtEl>
                                          <p:spTgt spid="13"/>
                                        </p:tgtEl>
                                        <p:attrNameLst>
                                          <p:attrName>ppt_x</p:attrName>
                                        </p:attrNameLst>
                                      </p:cBhvr>
                                      <p:tavLst>
                                        <p:tav tm="0">
                                          <p:val>
                                            <p:strVal val="#ppt_x"/>
                                          </p:val>
                                        </p:tav>
                                        <p:tav tm="100000">
                                          <p:val>
                                            <p:strVal val="#ppt_x"/>
                                          </p:val>
                                        </p:tav>
                                      </p:tavLst>
                                    </p:anim>
                                    <p:anim calcmode="lin" valueType="num">
                                      <p:cBhvr additive="base">
                                        <p:cTn id="14" dur="20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770" decel="100000"/>
                                        <p:tgtEl>
                                          <p:spTgt spid="22"/>
                                        </p:tgtEl>
                                      </p:cBhvr>
                                    </p:animEffect>
                                    <p:animScale>
                                      <p:cBhvr>
                                        <p:cTn id="20" dur="770" decel="100000"/>
                                        <p:tgtEl>
                                          <p:spTgt spid="22"/>
                                        </p:tgtEl>
                                      </p:cBhvr>
                                      <p:from x="10000" y="10000"/>
                                      <p:to x="200000" y="450000"/>
                                    </p:animScale>
                                    <p:animScale>
                                      <p:cBhvr>
                                        <p:cTn id="21" dur="1230" accel="100000" fill="hold">
                                          <p:stCondLst>
                                            <p:cond delay="770"/>
                                          </p:stCondLst>
                                        </p:cTn>
                                        <p:tgtEl>
                                          <p:spTgt spid="22"/>
                                        </p:tgtEl>
                                      </p:cBhvr>
                                      <p:from x="200000" y="450000"/>
                                      <p:to x="100000" y="100000"/>
                                    </p:animScale>
                                    <p:set>
                                      <p:cBhvr>
                                        <p:cTn id="22" dur="770" fill="hold"/>
                                        <p:tgtEl>
                                          <p:spTgt spid="22"/>
                                        </p:tgtEl>
                                        <p:attrNameLst>
                                          <p:attrName>ppt_x</p:attrName>
                                        </p:attrNameLst>
                                      </p:cBhvr>
                                      <p:to>
                                        <p:strVal val="(0.5)"/>
                                      </p:to>
                                    </p:set>
                                    <p:anim from="(0.5)" to="(#ppt_x)" calcmode="lin" valueType="num">
                                      <p:cBhvr>
                                        <p:cTn id="23" dur="1230" accel="100000" fill="hold">
                                          <p:stCondLst>
                                            <p:cond delay="770"/>
                                          </p:stCondLst>
                                        </p:cTn>
                                        <p:tgtEl>
                                          <p:spTgt spid="22"/>
                                        </p:tgtEl>
                                        <p:attrNameLst>
                                          <p:attrName>ppt_x</p:attrName>
                                        </p:attrNameLst>
                                      </p:cBhvr>
                                    </p:anim>
                                    <p:set>
                                      <p:cBhvr>
                                        <p:cTn id="24" dur="770" fill="hold"/>
                                        <p:tgtEl>
                                          <p:spTgt spid="22"/>
                                        </p:tgtEl>
                                        <p:attrNameLst>
                                          <p:attrName>ppt_y</p:attrName>
                                        </p:attrNameLst>
                                      </p:cBhvr>
                                      <p:to>
                                        <p:strVal val="(#ppt_y+0.4)"/>
                                      </p:to>
                                    </p:set>
                                    <p:anim from="(#ppt_y+0.4)" to="(#ppt_y)" calcmode="lin" valueType="num">
                                      <p:cBhvr>
                                        <p:cTn id="25" dur="1230" accel="100000" fill="hold">
                                          <p:stCondLst>
                                            <p:cond delay="770"/>
                                          </p:stCondLst>
                                        </p:cTn>
                                        <p:tgtEl>
                                          <p:spTgt spid="22"/>
                                        </p:tgtEl>
                                        <p:attrNameLst>
                                          <p:attrName>ppt_y</p:attrName>
                                        </p:attrNameLst>
                                      </p:cBhvr>
                                    </p:anim>
                                  </p:childTnLst>
                                </p:cTn>
                              </p:par>
                            </p:childTnLst>
                          </p:cTn>
                        </p:par>
                      </p:childTnLst>
                    </p:cTn>
                  </p:par>
                  <p:par>
                    <p:cTn id="26" fill="hold">
                      <p:stCondLst>
                        <p:cond delay="indefinite"/>
                      </p:stCondLst>
                      <p:childTnLst>
                        <p:par>
                          <p:cTn id="27" fill="hold">
                            <p:stCondLst>
                              <p:cond delay="0"/>
                            </p:stCondLst>
                            <p:childTnLst>
                              <p:par>
                                <p:cTn id="28" presetID="7" presetClass="entr" presetSubtype="4" fill="hold" grpId="0" nodeType="clickEffect" nodePh="1">
                                  <p:stCondLst>
                                    <p:cond delay="0"/>
                                  </p:stCondLst>
                                  <p:endCondLst>
                                    <p:cond evt="begin" delay="0">
                                      <p:tn val="28"/>
                                    </p:cond>
                                  </p:end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2000" fill="hold"/>
                                        <p:tgtEl>
                                          <p:spTgt spid="23"/>
                                        </p:tgtEl>
                                        <p:attrNameLst>
                                          <p:attrName>ppt_x</p:attrName>
                                        </p:attrNameLst>
                                      </p:cBhvr>
                                      <p:tavLst>
                                        <p:tav tm="0">
                                          <p:val>
                                            <p:strVal val="#ppt_x"/>
                                          </p:val>
                                        </p:tav>
                                        <p:tav tm="100000">
                                          <p:val>
                                            <p:strVal val="#ppt_x"/>
                                          </p:val>
                                        </p:tav>
                                      </p:tavLst>
                                    </p:anim>
                                    <p:anim calcmode="lin" valueType="num">
                                      <p:cBhvr additive="base">
                                        <p:cTn id="31" dur="20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077218"/>
          </a:xfrm>
          <a:prstGeom prst="rect">
            <a:avLst/>
          </a:prstGeom>
          <a:noFill/>
        </p:spPr>
        <p:txBody>
          <a:bodyPr wrap="square" rtlCol="0">
            <a:spAutoFit/>
          </a:bodyPr>
          <a:lstStyle/>
          <a:p>
            <a:pPr lvl="0" algn="ctr"/>
            <a:r>
              <a:rPr lang="uk-UA" sz="3200" b="1" i="1" dirty="0" smtClean="0">
                <a:solidFill>
                  <a:schemeClr val="tx2">
                    <a:lumMod val="75000"/>
                  </a:schemeClr>
                </a:solidFill>
              </a:rPr>
              <a:t>Маршрут до саморозвиненої особистості</a:t>
            </a:r>
            <a:endParaRPr lang="uk-UA" sz="3200" b="1" i="1" dirty="0" smtClean="0">
              <a:solidFill>
                <a:srgbClr val="C00000"/>
              </a:solidFill>
            </a:endParaRPr>
          </a:p>
          <a:p>
            <a:pPr algn="ctr"/>
            <a:endParaRPr lang="uk-UA" sz="3200" b="1" i="1" dirty="0">
              <a:solidFill>
                <a:schemeClr val="tx2">
                  <a:lumMod val="75000"/>
                </a:schemeClr>
              </a:solidFill>
            </a:endParaRPr>
          </a:p>
        </p:txBody>
      </p:sp>
      <p:sp>
        <p:nvSpPr>
          <p:cNvPr id="8" name="WordArt 57"/>
          <p:cNvSpPr>
            <a:spLocks noChangeArrowheads="1" noChangeShapeType="1" noTextEdit="1"/>
          </p:cNvSpPr>
          <p:nvPr/>
        </p:nvSpPr>
        <p:spPr bwMode="auto">
          <a:xfrm rot="20659357">
            <a:off x="100423" y="1322051"/>
            <a:ext cx="1612118" cy="965200"/>
          </a:xfrm>
          <a:prstGeom prst="rect">
            <a:avLst/>
          </a:prstGeom>
        </p:spPr>
        <p:txBody>
          <a:bodyPr wrap="none" fromWordArt="1">
            <a:prstTxWarp prst="textSlantUp">
              <a:avLst>
                <a:gd name="adj" fmla="val 32056"/>
              </a:avLst>
            </a:prstTxWarp>
          </a:bodyPr>
          <a:lstStyle/>
          <a:p>
            <a:r>
              <a:rPr lang="uk-UA" sz="2800" kern="10" dirty="0" smtClean="0">
                <a:ln w="9525">
                  <a:solidFill>
                    <a:srgbClr val="CC99FF"/>
                  </a:solidFill>
                  <a:round/>
                  <a:headEnd/>
                  <a:tailEnd/>
                </a:ln>
                <a:solidFill>
                  <a:srgbClr val="00FFFF"/>
                </a:solidFill>
                <a:effectLst>
                  <a:outerShdw dist="53882" dir="2700000" algn="ctr" rotWithShape="0">
                    <a:srgbClr val="9999FF">
                      <a:alpha val="80000"/>
                    </a:srgbClr>
                  </a:outerShdw>
                </a:effectLst>
                <a:latin typeface="Impact"/>
              </a:rPr>
              <a:t> 9 клас </a:t>
            </a:r>
            <a:endParaRPr lang="uk-UA" sz="2800" kern="10" dirty="0">
              <a:ln w="9525">
                <a:solidFill>
                  <a:srgbClr val="CC99FF"/>
                </a:solidFill>
                <a:round/>
                <a:headEnd/>
                <a:tailEnd/>
              </a:ln>
              <a:solidFill>
                <a:srgbClr val="00FFFF"/>
              </a:solidFill>
              <a:effectLst>
                <a:outerShdw dist="53882" dir="2700000" algn="ctr" rotWithShape="0">
                  <a:srgbClr val="9999FF">
                    <a:alpha val="80000"/>
                  </a:srgbClr>
                </a:outerShdw>
              </a:effectLst>
              <a:latin typeface="Impact"/>
            </a:endParaRPr>
          </a:p>
        </p:txBody>
      </p:sp>
      <p:sp>
        <p:nvSpPr>
          <p:cNvPr id="23" name="WordArt 66"/>
          <p:cNvSpPr>
            <a:spLocks noChangeArrowheads="1" noChangeShapeType="1" noTextEdit="1"/>
          </p:cNvSpPr>
          <p:nvPr/>
        </p:nvSpPr>
        <p:spPr bwMode="auto">
          <a:xfrm rot="893778">
            <a:off x="6436621" y="3157056"/>
            <a:ext cx="4446587" cy="2305050"/>
          </a:xfrm>
          <a:prstGeom prst="rect">
            <a:avLst/>
          </a:prstGeom>
        </p:spPr>
        <p:txBody>
          <a:bodyPr wrap="none" fromWordArt="1">
            <a:prstTxWarp prst="textWave1">
              <a:avLst>
                <a:gd name="adj1" fmla="val 13005"/>
                <a:gd name="adj2" fmla="val 0"/>
              </a:avLst>
            </a:prstTxWarp>
          </a:bodyPr>
          <a:lstStyle/>
          <a:p>
            <a:endParaRPr lang="uk-UA" sz="3600" kern="10" dirty="0">
              <a:ln w="9525">
                <a:solidFill>
                  <a:schemeClr val="folHlink"/>
                </a:solidFill>
                <a:round/>
                <a:headEnd/>
                <a:tailEnd/>
              </a:ln>
              <a:solidFill>
                <a:schemeClr val="tx2"/>
              </a:solidFill>
              <a:effectLst>
                <a:outerShdw dist="53882" dir="2700000" algn="ctr" rotWithShape="0">
                  <a:srgbClr val="C0C0C0">
                    <a:alpha val="80000"/>
                  </a:srgbClr>
                </a:outerShdw>
              </a:effectLst>
              <a:latin typeface="Times New Roman"/>
              <a:cs typeface="Times New Roman"/>
            </a:endParaRPr>
          </a:p>
        </p:txBody>
      </p:sp>
      <p:sp>
        <p:nvSpPr>
          <p:cNvPr id="14" name="WordArt 4"/>
          <p:cNvSpPr>
            <a:spLocks noChangeArrowheads="1" noChangeShapeType="1" noTextEdit="1"/>
          </p:cNvSpPr>
          <p:nvPr/>
        </p:nvSpPr>
        <p:spPr bwMode="auto">
          <a:xfrm rot="514327">
            <a:off x="8070486" y="1159760"/>
            <a:ext cx="3333750" cy="935038"/>
          </a:xfrm>
          <a:prstGeom prst="rect">
            <a:avLst/>
          </a:prstGeom>
        </p:spPr>
        <p:txBody>
          <a:bodyPr wrap="none" fromWordArt="1">
            <a:prstTxWarp prst="textPlain">
              <a:avLst>
                <a:gd name="adj" fmla="val 50000"/>
              </a:avLst>
            </a:prstTxWarp>
          </a:bodyPr>
          <a:lstStyle/>
          <a:p>
            <a:r>
              <a:rPr lang="uk-UA" sz="4400" kern="10" dirty="0">
                <a:ln w="19050">
                  <a:solidFill>
                    <a:srgbClr val="99CCFF"/>
                  </a:solidFill>
                  <a:round/>
                  <a:headEnd/>
                  <a:tailEnd/>
                </a:ln>
                <a:solidFill>
                  <a:srgbClr val="0066CC"/>
                </a:solidFill>
                <a:effectLst>
                  <a:outerShdw dist="35921" dir="2700000" algn="ctr" rotWithShape="0">
                    <a:srgbClr val="990000"/>
                  </a:outerShdw>
                </a:effectLst>
                <a:latin typeface="Impact"/>
              </a:rPr>
              <a:t>"Найди  </a:t>
            </a:r>
            <a:r>
              <a:rPr lang="uk-UA" sz="44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себе"</a:t>
            </a:r>
            <a:endParaRPr lang="uk-UA" sz="44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sp>
        <p:nvSpPr>
          <p:cNvPr id="20" name="Прямоугольник 19"/>
          <p:cNvSpPr/>
          <p:nvPr/>
        </p:nvSpPr>
        <p:spPr>
          <a:xfrm rot="20066336">
            <a:off x="6049607" y="3267148"/>
            <a:ext cx="5602854" cy="2308324"/>
          </a:xfrm>
          <a:prstGeom prst="rect">
            <a:avLst/>
          </a:prstGeom>
          <a:noFill/>
        </p:spPr>
        <p:txBody>
          <a:bodyPr wrap="square" lIns="91440" tIns="45720" rIns="91440" bIns="45720">
            <a:spAutoFit/>
          </a:bodyPr>
          <a:lstStyle/>
          <a:p>
            <a:pPr algn="ctr"/>
            <a:r>
              <a:rPr lang="uk-UA" sz="2400" b="1" i="1" cap="all" spc="0" dirty="0" smtClean="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rPr>
              <a:t>Трагедія світу в тому, що тут повно людей,</a:t>
            </a:r>
          </a:p>
          <a:p>
            <a:pPr algn="ctr"/>
            <a:r>
              <a:rPr lang="uk-UA" sz="2400" b="1" i="1" cap="all" spc="0" dirty="0" smtClean="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rPr>
              <a:t> які так і не дізналися, </a:t>
            </a:r>
          </a:p>
          <a:p>
            <a:pPr algn="ctr"/>
            <a:r>
              <a:rPr lang="uk-UA" sz="2400" b="1" i="1" cap="all" spc="0" dirty="0" smtClean="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rPr>
              <a:t>ким вони хочуть стати або в чому полягає їхній талант.</a:t>
            </a:r>
          </a:p>
          <a:p>
            <a:pPr algn="ctr"/>
            <a:r>
              <a:rPr lang="uk-UA" sz="2400" b="1" i="1" cap="all" spc="0" dirty="0" smtClean="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rPr>
              <a:t>Террі Пратчтетт</a:t>
            </a:r>
            <a:endParaRPr lang="uk-UA" sz="2400" b="1" i="1" cap="all" spc="0" dirty="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endParaRPr>
          </a:p>
        </p:txBody>
      </p:sp>
      <p:sp>
        <p:nvSpPr>
          <p:cNvPr id="21" name="WordArt 14"/>
          <p:cNvSpPr>
            <a:spLocks noChangeArrowheads="1" noChangeShapeType="1" noTextEdit="1"/>
          </p:cNvSpPr>
          <p:nvPr/>
        </p:nvSpPr>
        <p:spPr bwMode="auto">
          <a:xfrm>
            <a:off x="1781175" y="1700213"/>
            <a:ext cx="3240530" cy="504825"/>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фізична</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24" name="WordArt 15"/>
          <p:cNvSpPr>
            <a:spLocks noChangeArrowheads="1" noChangeShapeType="1" noTextEdit="1"/>
          </p:cNvSpPr>
          <p:nvPr/>
        </p:nvSpPr>
        <p:spPr bwMode="auto">
          <a:xfrm>
            <a:off x="1843790" y="2205038"/>
            <a:ext cx="3177915" cy="613113"/>
          </a:xfrm>
          <a:prstGeom prst="rect">
            <a:avLst/>
          </a:prstGeom>
        </p:spPr>
        <p:txBody>
          <a:bodyPr wrap="none" fromWordArt="1">
            <a:prstTxWarp prst="textPlain">
              <a:avLst>
                <a:gd name="adj" fmla="val 49057"/>
              </a:avLst>
            </a:prstTxWarp>
          </a:bodyPr>
          <a:lstStyle/>
          <a:p>
            <a:r>
              <a:rPr lang="uk-UA" sz="3600" kern="10" normalizeH="1"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характер</a:t>
            </a:r>
          </a:p>
        </p:txBody>
      </p:sp>
      <p:sp>
        <p:nvSpPr>
          <p:cNvPr id="27" name="WordArt 16"/>
          <p:cNvSpPr>
            <a:spLocks noChangeArrowheads="1" noChangeShapeType="1" noTextEdit="1"/>
          </p:cNvSpPr>
          <p:nvPr/>
        </p:nvSpPr>
        <p:spPr bwMode="auto">
          <a:xfrm>
            <a:off x="2008683" y="2865203"/>
            <a:ext cx="2713219" cy="567545"/>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воля</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28" name="WordArt 18"/>
          <p:cNvSpPr>
            <a:spLocks noChangeArrowheads="1" noChangeShapeType="1" noTextEdit="1"/>
          </p:cNvSpPr>
          <p:nvPr/>
        </p:nvSpPr>
        <p:spPr bwMode="auto">
          <a:xfrm>
            <a:off x="809469" y="3467335"/>
            <a:ext cx="4482060" cy="1047750"/>
          </a:xfrm>
          <a:prstGeom prst="rect">
            <a:avLst/>
          </a:prstGeom>
        </p:spPr>
        <p:txBody>
          <a:bodyPr wrap="none" fromWordArt="1">
            <a:prstTxWarp prst="textPlain">
              <a:avLst>
                <a:gd name="adj" fmla="val 50000"/>
              </a:avLst>
            </a:prstTxWarp>
          </a:bodyPr>
          <a:lstStyle/>
          <a:p>
            <a:r>
              <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без </a:t>
            </a:r>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шідливих</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    звиччок</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29" name="WordArt 24"/>
          <p:cNvSpPr>
            <a:spLocks noChangeArrowheads="1" noChangeShapeType="1" noTextEdit="1"/>
          </p:cNvSpPr>
          <p:nvPr/>
        </p:nvSpPr>
        <p:spPr bwMode="auto">
          <a:xfrm>
            <a:off x="5306518" y="1808880"/>
            <a:ext cx="2396233" cy="1192212"/>
          </a:xfrm>
          <a:prstGeom prst="rect">
            <a:avLst/>
          </a:prstGeom>
        </p:spPr>
        <p:txBody>
          <a:bodyPr wrap="none" fromWordArt="1">
            <a:prstTxWarp prst="textFadeUp">
              <a:avLst>
                <a:gd name="adj" fmla="val 9991"/>
              </a:avLst>
            </a:prstTxWarp>
          </a:bodyPr>
          <a:lstStyle/>
          <a:p>
            <a:r>
              <a:rPr lang="uk-UA" sz="3600" kern="10" dirty="0" smtClean="0">
                <a:ln w="12700">
                  <a:solidFill>
                    <a:srgbClr val="B2B2B2"/>
                  </a:solidFill>
                  <a:round/>
                  <a:headEnd/>
                  <a:tailEnd/>
                </a:ln>
                <a:solidFill>
                  <a:schemeClr val="hlink"/>
                </a:solidFill>
                <a:effectLst>
                  <a:outerShdw dist="35921" dir="2700000" sy="50000" rotWithShape="0">
                    <a:srgbClr val="875B0D">
                      <a:alpha val="70000"/>
                    </a:srgbClr>
                  </a:outerShdw>
                </a:effectLst>
                <a:latin typeface="Arial"/>
                <a:cs typeface="Arial"/>
              </a:rPr>
              <a:t>Життєві</a:t>
            </a:r>
            <a:endParaRPr lang="uk-UA" sz="3600" kern="10" dirty="0">
              <a:ln w="12700">
                <a:solidFill>
                  <a:srgbClr val="B2B2B2"/>
                </a:solidFill>
                <a:round/>
                <a:headEnd/>
                <a:tailEnd/>
              </a:ln>
              <a:solidFill>
                <a:schemeClr val="hlink"/>
              </a:solidFill>
              <a:effectLst>
                <a:outerShdw dist="35921" dir="2700000" sy="50000" rotWithShape="0">
                  <a:srgbClr val="875B0D">
                    <a:alpha val="70000"/>
                  </a:srgbClr>
                </a:outerShdw>
              </a:effectLst>
              <a:latin typeface="Arial"/>
              <a:cs typeface="Arial"/>
            </a:endParaRPr>
          </a:p>
          <a:p>
            <a:r>
              <a:rPr lang="uk-UA" sz="3600" kern="10" dirty="0" smtClean="0">
                <a:ln w="12700">
                  <a:solidFill>
                    <a:srgbClr val="B2B2B2"/>
                  </a:solidFill>
                  <a:round/>
                  <a:headEnd/>
                  <a:tailEnd/>
                </a:ln>
                <a:solidFill>
                  <a:schemeClr val="hlink"/>
                </a:solidFill>
                <a:effectLst>
                  <a:outerShdw dist="35921" dir="2700000" sy="50000" rotWithShape="0">
                    <a:srgbClr val="875B0D">
                      <a:alpha val="70000"/>
                    </a:srgbClr>
                  </a:outerShdw>
                </a:effectLst>
                <a:latin typeface="Arial"/>
                <a:cs typeface="Arial"/>
              </a:rPr>
              <a:t>плани</a:t>
            </a:r>
            <a:endParaRPr lang="uk-UA" sz="3600" kern="10" dirty="0">
              <a:ln w="12700">
                <a:solidFill>
                  <a:srgbClr val="B2B2B2"/>
                </a:solidFill>
                <a:round/>
                <a:headEnd/>
                <a:tailEnd/>
              </a:ln>
              <a:solidFill>
                <a:schemeClr val="hlink"/>
              </a:solidFill>
              <a:effectLst>
                <a:outerShdw dist="35921" dir="2700000" sy="50000" rotWithShape="0">
                  <a:srgbClr val="875B0D">
                    <a:alpha val="70000"/>
                  </a:srgbClr>
                </a:outerShdw>
              </a:effectLst>
              <a:latin typeface="Arial"/>
              <a:cs typeface="Arial"/>
            </a:endParaRPr>
          </a:p>
        </p:txBody>
      </p:sp>
      <p:sp>
        <p:nvSpPr>
          <p:cNvPr id="30" name="WordArt 17"/>
          <p:cNvSpPr>
            <a:spLocks noChangeArrowheads="1" noChangeShapeType="1" noTextEdit="1"/>
          </p:cNvSpPr>
          <p:nvPr/>
        </p:nvSpPr>
        <p:spPr bwMode="auto">
          <a:xfrm>
            <a:off x="5134808" y="3623872"/>
            <a:ext cx="2330294" cy="431800"/>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праця</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31" name="WordArt 23"/>
          <p:cNvSpPr>
            <a:spLocks noChangeArrowheads="1" noChangeShapeType="1" noTextEdit="1"/>
          </p:cNvSpPr>
          <p:nvPr/>
        </p:nvSpPr>
        <p:spPr bwMode="auto">
          <a:xfrm>
            <a:off x="607100" y="5803795"/>
            <a:ext cx="3530183" cy="739411"/>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патріот</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32" name="WordArt 22"/>
          <p:cNvSpPr>
            <a:spLocks noChangeArrowheads="1" noChangeShapeType="1" noTextEdit="1"/>
          </p:cNvSpPr>
          <p:nvPr/>
        </p:nvSpPr>
        <p:spPr bwMode="auto">
          <a:xfrm>
            <a:off x="4681901" y="5955987"/>
            <a:ext cx="2057400" cy="504825"/>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дорослий</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33" name="WordArt 18"/>
          <p:cNvSpPr>
            <a:spLocks noChangeArrowheads="1" noChangeShapeType="1" noTextEdit="1"/>
          </p:cNvSpPr>
          <p:nvPr/>
        </p:nvSpPr>
        <p:spPr bwMode="auto">
          <a:xfrm>
            <a:off x="901908" y="4519145"/>
            <a:ext cx="4482060" cy="1047750"/>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 колектив</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    </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34" name="WordArt 22"/>
          <p:cNvSpPr>
            <a:spLocks noChangeArrowheads="1" noChangeShapeType="1" noTextEdit="1"/>
          </p:cNvSpPr>
          <p:nvPr/>
        </p:nvSpPr>
        <p:spPr bwMode="auto">
          <a:xfrm>
            <a:off x="322260" y="5014105"/>
            <a:ext cx="2465909" cy="504825"/>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товариш</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
        <p:nvSpPr>
          <p:cNvPr id="35" name="WordArt 22"/>
          <p:cNvSpPr>
            <a:spLocks noChangeArrowheads="1" noChangeShapeType="1" noTextEdit="1"/>
          </p:cNvSpPr>
          <p:nvPr/>
        </p:nvSpPr>
        <p:spPr bwMode="auto">
          <a:xfrm>
            <a:off x="3350275" y="5208977"/>
            <a:ext cx="2057400" cy="504825"/>
          </a:xfrm>
          <a:prstGeom prst="rect">
            <a:avLst/>
          </a:prstGeom>
        </p:spPr>
        <p:txBody>
          <a:bodyPr wrap="none" fromWordArt="1">
            <a:prstTxWarp prst="textPlain">
              <a:avLst>
                <a:gd name="adj" fmla="val 50000"/>
              </a:avLst>
            </a:prstTxWarp>
          </a:bodyPr>
          <a:lstStyle/>
          <a:p>
            <a:r>
              <a:rPr lang="uk-UA" sz="3600" kern="10" dirty="0" smtClean="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rPr>
              <a:t>лідер</a:t>
            </a:r>
            <a:endParaRPr lang="uk-U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grpId="0" nodeType="clickEffect" nodePh="1">
                                  <p:stCondLst>
                                    <p:cond delay="0"/>
                                  </p:stCondLst>
                                  <p:endCondLst>
                                    <p:cond evt="begin" delay="0">
                                      <p:tn val="11"/>
                                    </p:cond>
                                  </p:end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2000" fill="hold"/>
                                        <p:tgtEl>
                                          <p:spTgt spid="23"/>
                                        </p:tgtEl>
                                        <p:attrNameLst>
                                          <p:attrName>ppt_x</p:attrName>
                                        </p:attrNameLst>
                                      </p:cBhvr>
                                      <p:tavLst>
                                        <p:tav tm="0">
                                          <p:val>
                                            <p:strVal val="#ppt_x"/>
                                          </p:val>
                                        </p:tav>
                                        <p:tav tm="100000">
                                          <p:val>
                                            <p:strVal val="#ppt_x"/>
                                          </p:val>
                                        </p:tav>
                                      </p:tavLst>
                                    </p:anim>
                                    <p:anim calcmode="lin" valueType="num">
                                      <p:cBhvr additive="base">
                                        <p:cTn id="14" dur="20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770" decel="100000"/>
                                        <p:tgtEl>
                                          <p:spTgt spid="14"/>
                                        </p:tgtEl>
                                      </p:cBhvr>
                                    </p:animEffect>
                                    <p:animScale>
                                      <p:cBhvr>
                                        <p:cTn id="20" dur="770" decel="100000"/>
                                        <p:tgtEl>
                                          <p:spTgt spid="14"/>
                                        </p:tgtEl>
                                      </p:cBhvr>
                                      <p:from x="10000" y="10000"/>
                                      <p:to x="200000" y="450000"/>
                                    </p:animScale>
                                    <p:animScale>
                                      <p:cBhvr>
                                        <p:cTn id="21" dur="1230" accel="100000" fill="hold">
                                          <p:stCondLst>
                                            <p:cond delay="770"/>
                                          </p:stCondLst>
                                        </p:cTn>
                                        <p:tgtEl>
                                          <p:spTgt spid="14"/>
                                        </p:tgtEl>
                                      </p:cBhvr>
                                      <p:from x="200000" y="450000"/>
                                      <p:to x="100000" y="100000"/>
                                    </p:animScale>
                                    <p:set>
                                      <p:cBhvr>
                                        <p:cTn id="22" dur="770" fill="hold"/>
                                        <p:tgtEl>
                                          <p:spTgt spid="14"/>
                                        </p:tgtEl>
                                        <p:attrNameLst>
                                          <p:attrName>ppt_x</p:attrName>
                                        </p:attrNameLst>
                                      </p:cBhvr>
                                      <p:to>
                                        <p:strVal val="(0.5)"/>
                                      </p:to>
                                    </p:set>
                                    <p:anim from="(0.5)" to="(#ppt_x)" calcmode="lin" valueType="num">
                                      <p:cBhvr>
                                        <p:cTn id="23" dur="1230" accel="100000" fill="hold">
                                          <p:stCondLst>
                                            <p:cond delay="770"/>
                                          </p:stCondLst>
                                        </p:cTn>
                                        <p:tgtEl>
                                          <p:spTgt spid="14"/>
                                        </p:tgtEl>
                                        <p:attrNameLst>
                                          <p:attrName>ppt_x</p:attrName>
                                        </p:attrNameLst>
                                      </p:cBhvr>
                                    </p:anim>
                                    <p:set>
                                      <p:cBhvr>
                                        <p:cTn id="24" dur="770" fill="hold"/>
                                        <p:tgtEl>
                                          <p:spTgt spid="14"/>
                                        </p:tgtEl>
                                        <p:attrNameLst>
                                          <p:attrName>ppt_y</p:attrName>
                                        </p:attrNameLst>
                                      </p:cBhvr>
                                      <p:to>
                                        <p:strVal val="(#ppt_y+0.4)"/>
                                      </p:to>
                                    </p:set>
                                    <p:anim from="(#ppt_y+0.4)" to="(#ppt_y)" calcmode="lin" valueType="num">
                                      <p:cBhvr>
                                        <p:cTn id="25" dur="1230" accel="100000" fill="hold">
                                          <p:stCondLst>
                                            <p:cond delay="770"/>
                                          </p:stCondLst>
                                        </p:cTn>
                                        <p:tgtEl>
                                          <p:spTgt spid="14"/>
                                        </p:tgtEl>
                                        <p:attrNameLst>
                                          <p:attrName>ppt_y</p:attrName>
                                        </p:attrNameLst>
                                      </p:cBhvr>
                                    </p:anim>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iterate type="lt">
                                    <p:tmPct val="5000"/>
                                  </p:iterate>
                                  <p:childTnLst>
                                    <p:set>
                                      <p:cBhvr>
                                        <p:cTn id="29" dur="1" fill="hold">
                                          <p:stCondLst>
                                            <p:cond delay="0"/>
                                          </p:stCondLst>
                                        </p:cTn>
                                        <p:tgtEl>
                                          <p:spTgt spid="21"/>
                                        </p:tgtEl>
                                        <p:attrNameLst>
                                          <p:attrName>style.visibility</p:attrName>
                                        </p:attrNameLst>
                                      </p:cBhvr>
                                      <p:to>
                                        <p:strVal val="visible"/>
                                      </p:to>
                                    </p:set>
                                    <p:anim calcmode="lin" valueType="num">
                                      <p:cBhvr>
                                        <p:cTn id="30" dur="1000" fill="hold"/>
                                        <p:tgtEl>
                                          <p:spTgt spid="21"/>
                                        </p:tgtEl>
                                        <p:attrNameLst>
                                          <p:attrName>ppt_w</p:attrName>
                                        </p:attrNameLst>
                                      </p:cBhvr>
                                      <p:tavLst>
                                        <p:tav tm="0">
                                          <p:val>
                                            <p:fltVal val="0"/>
                                          </p:val>
                                        </p:tav>
                                        <p:tav tm="100000">
                                          <p:val>
                                            <p:strVal val="#ppt_w"/>
                                          </p:val>
                                        </p:tav>
                                      </p:tavLst>
                                    </p:anim>
                                    <p:anim calcmode="lin" valueType="num">
                                      <p:cBhvr>
                                        <p:cTn id="31" dur="1000" fill="hold"/>
                                        <p:tgtEl>
                                          <p:spTgt spid="21"/>
                                        </p:tgtEl>
                                        <p:attrNameLst>
                                          <p:attrName>ppt_h</p:attrName>
                                        </p:attrNameLst>
                                      </p:cBhvr>
                                      <p:tavLst>
                                        <p:tav tm="0">
                                          <p:val>
                                            <p:fltVal val="0"/>
                                          </p:val>
                                        </p:tav>
                                        <p:tav tm="100000">
                                          <p:val>
                                            <p:strVal val="#ppt_h"/>
                                          </p:val>
                                        </p:tav>
                                      </p:tavLst>
                                    </p:anim>
                                    <p:anim calcmode="lin" valueType="num">
                                      <p:cBhvr>
                                        <p:cTn id="32" dur="1000" fill="hold"/>
                                        <p:tgtEl>
                                          <p:spTgt spid="21"/>
                                        </p:tgtEl>
                                        <p:attrNameLst>
                                          <p:attrName>style.rotation</p:attrName>
                                        </p:attrNameLst>
                                      </p:cBhvr>
                                      <p:tavLst>
                                        <p:tav tm="0">
                                          <p:val>
                                            <p:fltVal val="90"/>
                                          </p:val>
                                        </p:tav>
                                        <p:tav tm="100000">
                                          <p:val>
                                            <p:fltVal val="0"/>
                                          </p:val>
                                        </p:tav>
                                      </p:tavLst>
                                    </p:anim>
                                    <p:animEffect transition="in" filter="fade">
                                      <p:cBhvr>
                                        <p:cTn id="33" dur="10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iterate type="lt">
                                    <p:tmPct val="5000"/>
                                  </p:iterate>
                                  <p:childTnLst>
                                    <p:set>
                                      <p:cBhvr>
                                        <p:cTn id="37" dur="1" fill="hold">
                                          <p:stCondLst>
                                            <p:cond delay="0"/>
                                          </p:stCondLst>
                                        </p:cTn>
                                        <p:tgtEl>
                                          <p:spTgt spid="24"/>
                                        </p:tgtEl>
                                        <p:attrNameLst>
                                          <p:attrName>style.visibility</p:attrName>
                                        </p:attrNameLst>
                                      </p:cBhvr>
                                      <p:to>
                                        <p:strVal val="visible"/>
                                      </p:to>
                                    </p:set>
                                    <p:anim calcmode="lin" valueType="num">
                                      <p:cBhvr>
                                        <p:cTn id="38" dur="1000" fill="hold"/>
                                        <p:tgtEl>
                                          <p:spTgt spid="24"/>
                                        </p:tgtEl>
                                        <p:attrNameLst>
                                          <p:attrName>ppt_w</p:attrName>
                                        </p:attrNameLst>
                                      </p:cBhvr>
                                      <p:tavLst>
                                        <p:tav tm="0">
                                          <p:val>
                                            <p:fltVal val="0"/>
                                          </p:val>
                                        </p:tav>
                                        <p:tav tm="100000">
                                          <p:val>
                                            <p:strVal val="#ppt_w"/>
                                          </p:val>
                                        </p:tav>
                                      </p:tavLst>
                                    </p:anim>
                                    <p:anim calcmode="lin" valueType="num">
                                      <p:cBhvr>
                                        <p:cTn id="39" dur="1000" fill="hold"/>
                                        <p:tgtEl>
                                          <p:spTgt spid="24"/>
                                        </p:tgtEl>
                                        <p:attrNameLst>
                                          <p:attrName>ppt_h</p:attrName>
                                        </p:attrNameLst>
                                      </p:cBhvr>
                                      <p:tavLst>
                                        <p:tav tm="0">
                                          <p:val>
                                            <p:fltVal val="0"/>
                                          </p:val>
                                        </p:tav>
                                        <p:tav tm="100000">
                                          <p:val>
                                            <p:strVal val="#ppt_h"/>
                                          </p:val>
                                        </p:tav>
                                      </p:tavLst>
                                    </p:anim>
                                    <p:anim calcmode="lin" valueType="num">
                                      <p:cBhvr>
                                        <p:cTn id="40" dur="1000" fill="hold"/>
                                        <p:tgtEl>
                                          <p:spTgt spid="24"/>
                                        </p:tgtEl>
                                        <p:attrNameLst>
                                          <p:attrName>style.rotation</p:attrName>
                                        </p:attrNameLst>
                                      </p:cBhvr>
                                      <p:tavLst>
                                        <p:tav tm="0">
                                          <p:val>
                                            <p:fltVal val="90"/>
                                          </p:val>
                                        </p:tav>
                                        <p:tav tm="100000">
                                          <p:val>
                                            <p:fltVal val="0"/>
                                          </p:val>
                                        </p:tav>
                                      </p:tavLst>
                                    </p:anim>
                                    <p:animEffect transition="in" filter="fade">
                                      <p:cBhvr>
                                        <p:cTn id="41" dur="10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grpId="0" nodeType="clickEffect">
                                  <p:stCondLst>
                                    <p:cond delay="0"/>
                                  </p:stCondLst>
                                  <p:iterate type="lt">
                                    <p:tmPct val="5000"/>
                                  </p:iterate>
                                  <p:childTnLst>
                                    <p:set>
                                      <p:cBhvr>
                                        <p:cTn id="45" dur="1" fill="hold">
                                          <p:stCondLst>
                                            <p:cond delay="0"/>
                                          </p:stCondLst>
                                        </p:cTn>
                                        <p:tgtEl>
                                          <p:spTgt spid="27"/>
                                        </p:tgtEl>
                                        <p:attrNameLst>
                                          <p:attrName>style.visibility</p:attrName>
                                        </p:attrNameLst>
                                      </p:cBhvr>
                                      <p:to>
                                        <p:strVal val="visible"/>
                                      </p:to>
                                    </p:set>
                                    <p:anim calcmode="lin" valueType="num">
                                      <p:cBhvr>
                                        <p:cTn id="46" dur="1000" fill="hold"/>
                                        <p:tgtEl>
                                          <p:spTgt spid="27"/>
                                        </p:tgtEl>
                                        <p:attrNameLst>
                                          <p:attrName>ppt_w</p:attrName>
                                        </p:attrNameLst>
                                      </p:cBhvr>
                                      <p:tavLst>
                                        <p:tav tm="0">
                                          <p:val>
                                            <p:fltVal val="0"/>
                                          </p:val>
                                        </p:tav>
                                        <p:tav tm="100000">
                                          <p:val>
                                            <p:strVal val="#ppt_w"/>
                                          </p:val>
                                        </p:tav>
                                      </p:tavLst>
                                    </p:anim>
                                    <p:anim calcmode="lin" valueType="num">
                                      <p:cBhvr>
                                        <p:cTn id="47" dur="1000" fill="hold"/>
                                        <p:tgtEl>
                                          <p:spTgt spid="27"/>
                                        </p:tgtEl>
                                        <p:attrNameLst>
                                          <p:attrName>ppt_h</p:attrName>
                                        </p:attrNameLst>
                                      </p:cBhvr>
                                      <p:tavLst>
                                        <p:tav tm="0">
                                          <p:val>
                                            <p:fltVal val="0"/>
                                          </p:val>
                                        </p:tav>
                                        <p:tav tm="100000">
                                          <p:val>
                                            <p:strVal val="#ppt_h"/>
                                          </p:val>
                                        </p:tav>
                                      </p:tavLst>
                                    </p:anim>
                                    <p:anim calcmode="lin" valueType="num">
                                      <p:cBhvr>
                                        <p:cTn id="48" dur="1000" fill="hold"/>
                                        <p:tgtEl>
                                          <p:spTgt spid="27"/>
                                        </p:tgtEl>
                                        <p:attrNameLst>
                                          <p:attrName>style.rotation</p:attrName>
                                        </p:attrNameLst>
                                      </p:cBhvr>
                                      <p:tavLst>
                                        <p:tav tm="0">
                                          <p:val>
                                            <p:fltVal val="90"/>
                                          </p:val>
                                        </p:tav>
                                        <p:tav tm="100000">
                                          <p:val>
                                            <p:fltVal val="0"/>
                                          </p:val>
                                        </p:tav>
                                      </p:tavLst>
                                    </p:anim>
                                    <p:animEffect transition="in" filter="fade">
                                      <p:cBhvr>
                                        <p:cTn id="49" dur="10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grpId="0" nodeType="clickEffect">
                                  <p:stCondLst>
                                    <p:cond delay="0"/>
                                  </p:stCondLst>
                                  <p:iterate type="lt">
                                    <p:tmPct val="5000"/>
                                  </p:iterate>
                                  <p:childTnLst>
                                    <p:set>
                                      <p:cBhvr>
                                        <p:cTn id="53" dur="1" fill="hold">
                                          <p:stCondLst>
                                            <p:cond delay="0"/>
                                          </p:stCondLst>
                                        </p:cTn>
                                        <p:tgtEl>
                                          <p:spTgt spid="28"/>
                                        </p:tgtEl>
                                        <p:attrNameLst>
                                          <p:attrName>style.visibility</p:attrName>
                                        </p:attrNameLst>
                                      </p:cBhvr>
                                      <p:to>
                                        <p:strVal val="visible"/>
                                      </p:to>
                                    </p:set>
                                    <p:anim calcmode="lin" valueType="num">
                                      <p:cBhvr>
                                        <p:cTn id="54" dur="1000" fill="hold"/>
                                        <p:tgtEl>
                                          <p:spTgt spid="28"/>
                                        </p:tgtEl>
                                        <p:attrNameLst>
                                          <p:attrName>ppt_w</p:attrName>
                                        </p:attrNameLst>
                                      </p:cBhvr>
                                      <p:tavLst>
                                        <p:tav tm="0">
                                          <p:val>
                                            <p:fltVal val="0"/>
                                          </p:val>
                                        </p:tav>
                                        <p:tav tm="100000">
                                          <p:val>
                                            <p:strVal val="#ppt_w"/>
                                          </p:val>
                                        </p:tav>
                                      </p:tavLst>
                                    </p:anim>
                                    <p:anim calcmode="lin" valueType="num">
                                      <p:cBhvr>
                                        <p:cTn id="55" dur="1000" fill="hold"/>
                                        <p:tgtEl>
                                          <p:spTgt spid="28"/>
                                        </p:tgtEl>
                                        <p:attrNameLst>
                                          <p:attrName>ppt_h</p:attrName>
                                        </p:attrNameLst>
                                      </p:cBhvr>
                                      <p:tavLst>
                                        <p:tav tm="0">
                                          <p:val>
                                            <p:fltVal val="0"/>
                                          </p:val>
                                        </p:tav>
                                        <p:tav tm="100000">
                                          <p:val>
                                            <p:strVal val="#ppt_h"/>
                                          </p:val>
                                        </p:tav>
                                      </p:tavLst>
                                    </p:anim>
                                    <p:anim calcmode="lin" valueType="num">
                                      <p:cBhvr>
                                        <p:cTn id="56" dur="1000" fill="hold"/>
                                        <p:tgtEl>
                                          <p:spTgt spid="28"/>
                                        </p:tgtEl>
                                        <p:attrNameLst>
                                          <p:attrName>style.rotation</p:attrName>
                                        </p:attrNameLst>
                                      </p:cBhvr>
                                      <p:tavLst>
                                        <p:tav tm="0">
                                          <p:val>
                                            <p:fltVal val="90"/>
                                          </p:val>
                                        </p:tav>
                                        <p:tav tm="100000">
                                          <p:val>
                                            <p:fltVal val="0"/>
                                          </p:val>
                                        </p:tav>
                                      </p:tavLst>
                                    </p:anim>
                                    <p:animEffect transition="in" filter="fade">
                                      <p:cBhvr>
                                        <p:cTn id="57" dur="10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34"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 from="(-#ppt_w/2)" to="(#ppt_x)" calcmode="lin" valueType="num">
                                      <p:cBhvr>
                                        <p:cTn id="62" dur="600" fill="hold">
                                          <p:stCondLst>
                                            <p:cond delay="0"/>
                                          </p:stCondLst>
                                        </p:cTn>
                                        <p:tgtEl>
                                          <p:spTgt spid="29"/>
                                        </p:tgtEl>
                                        <p:attrNameLst>
                                          <p:attrName>ppt_x</p:attrName>
                                        </p:attrNameLst>
                                      </p:cBhvr>
                                    </p:anim>
                                    <p:anim from="0" to="-1.0" calcmode="lin" valueType="num">
                                      <p:cBhvr>
                                        <p:cTn id="63" dur="200" decel="50000" autoRev="1" fill="hold">
                                          <p:stCondLst>
                                            <p:cond delay="600"/>
                                          </p:stCondLst>
                                        </p:cTn>
                                        <p:tgtEl>
                                          <p:spTgt spid="29"/>
                                        </p:tgtEl>
                                        <p:attrNameLst>
                                          <p:attrName>xshear</p:attrName>
                                        </p:attrNameLst>
                                      </p:cBhvr>
                                    </p:anim>
                                    <p:animScale>
                                      <p:cBhvr>
                                        <p:cTn id="64" dur="200" decel="100000" autoRev="1" fill="hold">
                                          <p:stCondLst>
                                            <p:cond delay="600"/>
                                          </p:stCondLst>
                                        </p:cTn>
                                        <p:tgtEl>
                                          <p:spTgt spid="29"/>
                                        </p:tgtEl>
                                      </p:cBhvr>
                                      <p:from x="100000" y="100000"/>
                                      <p:to x="80000" y="100000"/>
                                    </p:animScale>
                                    <p:anim by="(#ppt_h/3+#ppt_w*0.1)" calcmode="lin" valueType="num">
                                      <p:cBhvr additive="sum">
                                        <p:cTn id="65" dur="200" decel="100000" autoRev="1" fill="hold">
                                          <p:stCondLst>
                                            <p:cond delay="600"/>
                                          </p:stCondLst>
                                        </p:cTn>
                                        <p:tgtEl>
                                          <p:spTgt spid="29"/>
                                        </p:tgtEl>
                                        <p:attrNameLst>
                                          <p:attrName>ppt_x</p:attrName>
                                        </p:attrNameLst>
                                      </p:cBhvr>
                                    </p:anim>
                                  </p:childTnLst>
                                </p:cTn>
                              </p:par>
                            </p:childTnLst>
                          </p:cTn>
                        </p:par>
                        <p:par>
                          <p:cTn id="66" fill="hold">
                            <p:stCondLst>
                              <p:cond delay="1000"/>
                            </p:stCondLst>
                            <p:childTnLst>
                              <p:par>
                                <p:cTn id="67" presetID="29" presetClass="exit" presetSubtype="0" fill="hold" grpId="1" nodeType="afterEffect">
                                  <p:stCondLst>
                                    <p:cond delay="1000"/>
                                  </p:stCondLst>
                                  <p:childTnLst>
                                    <p:anim calcmode="lin" valueType="num">
                                      <p:cBhvr>
                                        <p:cTn id="68" dur="1000"/>
                                        <p:tgtEl>
                                          <p:spTgt spid="29"/>
                                        </p:tgtEl>
                                        <p:attrNameLst>
                                          <p:attrName>ppt_x</p:attrName>
                                        </p:attrNameLst>
                                      </p:cBhvr>
                                      <p:tavLst>
                                        <p:tav tm="0">
                                          <p:val>
                                            <p:strVal val="ppt_x"/>
                                          </p:val>
                                        </p:tav>
                                        <p:tav tm="100000">
                                          <p:val>
                                            <p:strVal val="ppt_x-.2"/>
                                          </p:val>
                                        </p:tav>
                                      </p:tavLst>
                                    </p:anim>
                                    <p:anim calcmode="lin" valueType="num">
                                      <p:cBhvr>
                                        <p:cTn id="69" dur="1000"/>
                                        <p:tgtEl>
                                          <p:spTgt spid="29"/>
                                        </p:tgtEl>
                                        <p:attrNameLst>
                                          <p:attrName>ppt_y</p:attrName>
                                        </p:attrNameLst>
                                      </p:cBhvr>
                                      <p:tavLst>
                                        <p:tav tm="0">
                                          <p:val>
                                            <p:strVal val="ppt_y"/>
                                          </p:val>
                                        </p:tav>
                                        <p:tav tm="100000">
                                          <p:val>
                                            <p:strVal val="ppt_y"/>
                                          </p:val>
                                        </p:tav>
                                      </p:tavLst>
                                    </p:anim>
                                    <p:animEffect transition="out" filter="fade">
                                      <p:cBhvr>
                                        <p:cTn id="70" dur="1000"/>
                                        <p:tgtEl>
                                          <p:spTgt spid="29"/>
                                        </p:tgtEl>
                                      </p:cBhvr>
                                    </p:animEffect>
                                    <p:set>
                                      <p:cBhvr>
                                        <p:cTn id="71" dur="1" fill="hold">
                                          <p:stCondLst>
                                            <p:cond delay="999"/>
                                          </p:stCondLst>
                                        </p:cTn>
                                        <p:tgtEl>
                                          <p:spTgt spid="29"/>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31" presetClass="entr" presetSubtype="0" fill="hold" grpId="0" nodeType="clickEffect">
                                  <p:stCondLst>
                                    <p:cond delay="0"/>
                                  </p:stCondLst>
                                  <p:iterate type="lt">
                                    <p:tmPct val="5000"/>
                                  </p:iterate>
                                  <p:childTnLst>
                                    <p:set>
                                      <p:cBhvr>
                                        <p:cTn id="75" dur="1" fill="hold">
                                          <p:stCondLst>
                                            <p:cond delay="0"/>
                                          </p:stCondLst>
                                        </p:cTn>
                                        <p:tgtEl>
                                          <p:spTgt spid="30"/>
                                        </p:tgtEl>
                                        <p:attrNameLst>
                                          <p:attrName>style.visibility</p:attrName>
                                        </p:attrNameLst>
                                      </p:cBhvr>
                                      <p:to>
                                        <p:strVal val="visible"/>
                                      </p:to>
                                    </p:set>
                                    <p:anim calcmode="lin" valueType="num">
                                      <p:cBhvr>
                                        <p:cTn id="76" dur="1000" fill="hold"/>
                                        <p:tgtEl>
                                          <p:spTgt spid="30"/>
                                        </p:tgtEl>
                                        <p:attrNameLst>
                                          <p:attrName>ppt_w</p:attrName>
                                        </p:attrNameLst>
                                      </p:cBhvr>
                                      <p:tavLst>
                                        <p:tav tm="0">
                                          <p:val>
                                            <p:fltVal val="0"/>
                                          </p:val>
                                        </p:tav>
                                        <p:tav tm="100000">
                                          <p:val>
                                            <p:strVal val="#ppt_w"/>
                                          </p:val>
                                        </p:tav>
                                      </p:tavLst>
                                    </p:anim>
                                    <p:anim calcmode="lin" valueType="num">
                                      <p:cBhvr>
                                        <p:cTn id="77" dur="1000" fill="hold"/>
                                        <p:tgtEl>
                                          <p:spTgt spid="30"/>
                                        </p:tgtEl>
                                        <p:attrNameLst>
                                          <p:attrName>ppt_h</p:attrName>
                                        </p:attrNameLst>
                                      </p:cBhvr>
                                      <p:tavLst>
                                        <p:tav tm="0">
                                          <p:val>
                                            <p:fltVal val="0"/>
                                          </p:val>
                                        </p:tav>
                                        <p:tav tm="100000">
                                          <p:val>
                                            <p:strVal val="#ppt_h"/>
                                          </p:val>
                                        </p:tav>
                                      </p:tavLst>
                                    </p:anim>
                                    <p:anim calcmode="lin" valueType="num">
                                      <p:cBhvr>
                                        <p:cTn id="78" dur="1000" fill="hold"/>
                                        <p:tgtEl>
                                          <p:spTgt spid="30"/>
                                        </p:tgtEl>
                                        <p:attrNameLst>
                                          <p:attrName>style.rotation</p:attrName>
                                        </p:attrNameLst>
                                      </p:cBhvr>
                                      <p:tavLst>
                                        <p:tav tm="0">
                                          <p:val>
                                            <p:fltVal val="90"/>
                                          </p:val>
                                        </p:tav>
                                        <p:tav tm="100000">
                                          <p:val>
                                            <p:fltVal val="0"/>
                                          </p:val>
                                        </p:tav>
                                      </p:tavLst>
                                    </p:anim>
                                    <p:animEffect transition="in" filter="fade">
                                      <p:cBhvr>
                                        <p:cTn id="79" dur="10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31" presetClass="entr" presetSubtype="0" fill="hold" grpId="0" nodeType="clickEffect">
                                  <p:stCondLst>
                                    <p:cond delay="0"/>
                                  </p:stCondLst>
                                  <p:iterate type="lt">
                                    <p:tmPct val="5000"/>
                                  </p:iterate>
                                  <p:childTnLst>
                                    <p:set>
                                      <p:cBhvr>
                                        <p:cTn id="83" dur="1" fill="hold">
                                          <p:stCondLst>
                                            <p:cond delay="0"/>
                                          </p:stCondLst>
                                        </p:cTn>
                                        <p:tgtEl>
                                          <p:spTgt spid="31"/>
                                        </p:tgtEl>
                                        <p:attrNameLst>
                                          <p:attrName>style.visibility</p:attrName>
                                        </p:attrNameLst>
                                      </p:cBhvr>
                                      <p:to>
                                        <p:strVal val="visible"/>
                                      </p:to>
                                    </p:set>
                                    <p:anim calcmode="lin" valueType="num">
                                      <p:cBhvr>
                                        <p:cTn id="84" dur="1000" fill="hold"/>
                                        <p:tgtEl>
                                          <p:spTgt spid="31"/>
                                        </p:tgtEl>
                                        <p:attrNameLst>
                                          <p:attrName>ppt_w</p:attrName>
                                        </p:attrNameLst>
                                      </p:cBhvr>
                                      <p:tavLst>
                                        <p:tav tm="0">
                                          <p:val>
                                            <p:fltVal val="0"/>
                                          </p:val>
                                        </p:tav>
                                        <p:tav tm="100000">
                                          <p:val>
                                            <p:strVal val="#ppt_w"/>
                                          </p:val>
                                        </p:tav>
                                      </p:tavLst>
                                    </p:anim>
                                    <p:anim calcmode="lin" valueType="num">
                                      <p:cBhvr>
                                        <p:cTn id="85" dur="1000" fill="hold"/>
                                        <p:tgtEl>
                                          <p:spTgt spid="31"/>
                                        </p:tgtEl>
                                        <p:attrNameLst>
                                          <p:attrName>ppt_h</p:attrName>
                                        </p:attrNameLst>
                                      </p:cBhvr>
                                      <p:tavLst>
                                        <p:tav tm="0">
                                          <p:val>
                                            <p:fltVal val="0"/>
                                          </p:val>
                                        </p:tav>
                                        <p:tav tm="100000">
                                          <p:val>
                                            <p:strVal val="#ppt_h"/>
                                          </p:val>
                                        </p:tav>
                                      </p:tavLst>
                                    </p:anim>
                                    <p:anim calcmode="lin" valueType="num">
                                      <p:cBhvr>
                                        <p:cTn id="86" dur="1000" fill="hold"/>
                                        <p:tgtEl>
                                          <p:spTgt spid="31"/>
                                        </p:tgtEl>
                                        <p:attrNameLst>
                                          <p:attrName>style.rotation</p:attrName>
                                        </p:attrNameLst>
                                      </p:cBhvr>
                                      <p:tavLst>
                                        <p:tav tm="0">
                                          <p:val>
                                            <p:fltVal val="90"/>
                                          </p:val>
                                        </p:tav>
                                        <p:tav tm="100000">
                                          <p:val>
                                            <p:fltVal val="0"/>
                                          </p:val>
                                        </p:tav>
                                      </p:tavLst>
                                    </p:anim>
                                    <p:animEffect transition="in" filter="fade">
                                      <p:cBhvr>
                                        <p:cTn id="87" dur="10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31" presetClass="entr" presetSubtype="0" fill="hold" grpId="0" nodeType="clickEffect">
                                  <p:stCondLst>
                                    <p:cond delay="0"/>
                                  </p:stCondLst>
                                  <p:iterate type="lt">
                                    <p:tmPct val="5000"/>
                                  </p:iterate>
                                  <p:childTnLst>
                                    <p:set>
                                      <p:cBhvr>
                                        <p:cTn id="91" dur="1" fill="hold">
                                          <p:stCondLst>
                                            <p:cond delay="0"/>
                                          </p:stCondLst>
                                        </p:cTn>
                                        <p:tgtEl>
                                          <p:spTgt spid="32"/>
                                        </p:tgtEl>
                                        <p:attrNameLst>
                                          <p:attrName>style.visibility</p:attrName>
                                        </p:attrNameLst>
                                      </p:cBhvr>
                                      <p:to>
                                        <p:strVal val="visible"/>
                                      </p:to>
                                    </p:set>
                                    <p:anim calcmode="lin" valueType="num">
                                      <p:cBhvr>
                                        <p:cTn id="92" dur="1000" fill="hold"/>
                                        <p:tgtEl>
                                          <p:spTgt spid="32"/>
                                        </p:tgtEl>
                                        <p:attrNameLst>
                                          <p:attrName>ppt_w</p:attrName>
                                        </p:attrNameLst>
                                      </p:cBhvr>
                                      <p:tavLst>
                                        <p:tav tm="0">
                                          <p:val>
                                            <p:fltVal val="0"/>
                                          </p:val>
                                        </p:tav>
                                        <p:tav tm="100000">
                                          <p:val>
                                            <p:strVal val="#ppt_w"/>
                                          </p:val>
                                        </p:tav>
                                      </p:tavLst>
                                    </p:anim>
                                    <p:anim calcmode="lin" valueType="num">
                                      <p:cBhvr>
                                        <p:cTn id="93" dur="1000" fill="hold"/>
                                        <p:tgtEl>
                                          <p:spTgt spid="32"/>
                                        </p:tgtEl>
                                        <p:attrNameLst>
                                          <p:attrName>ppt_h</p:attrName>
                                        </p:attrNameLst>
                                      </p:cBhvr>
                                      <p:tavLst>
                                        <p:tav tm="0">
                                          <p:val>
                                            <p:fltVal val="0"/>
                                          </p:val>
                                        </p:tav>
                                        <p:tav tm="100000">
                                          <p:val>
                                            <p:strVal val="#ppt_h"/>
                                          </p:val>
                                        </p:tav>
                                      </p:tavLst>
                                    </p:anim>
                                    <p:anim calcmode="lin" valueType="num">
                                      <p:cBhvr>
                                        <p:cTn id="94" dur="1000" fill="hold"/>
                                        <p:tgtEl>
                                          <p:spTgt spid="32"/>
                                        </p:tgtEl>
                                        <p:attrNameLst>
                                          <p:attrName>style.rotation</p:attrName>
                                        </p:attrNameLst>
                                      </p:cBhvr>
                                      <p:tavLst>
                                        <p:tav tm="0">
                                          <p:val>
                                            <p:fltVal val="90"/>
                                          </p:val>
                                        </p:tav>
                                        <p:tav tm="100000">
                                          <p:val>
                                            <p:fltVal val="0"/>
                                          </p:val>
                                        </p:tav>
                                      </p:tavLst>
                                    </p:anim>
                                    <p:animEffect transition="in" filter="fade">
                                      <p:cBhvr>
                                        <p:cTn id="95" dur="1000"/>
                                        <p:tgtEl>
                                          <p:spTgt spid="32"/>
                                        </p:tgtEl>
                                      </p:cBhvr>
                                    </p:animEffect>
                                  </p:childTnLst>
                                </p:cTn>
                              </p:par>
                            </p:childTnLst>
                          </p:cTn>
                        </p:par>
                      </p:childTnLst>
                    </p:cTn>
                  </p:par>
                  <p:par>
                    <p:cTn id="96" fill="hold">
                      <p:stCondLst>
                        <p:cond delay="indefinite"/>
                      </p:stCondLst>
                      <p:childTnLst>
                        <p:par>
                          <p:cTn id="97" fill="hold">
                            <p:stCondLst>
                              <p:cond delay="0"/>
                            </p:stCondLst>
                            <p:childTnLst>
                              <p:par>
                                <p:cTn id="98" presetID="6" presetClass="emph" presetSubtype="0" fill="hold" grpId="1" nodeType="clickEffect">
                                  <p:stCondLst>
                                    <p:cond delay="0"/>
                                  </p:stCondLst>
                                  <p:iterate type="lt">
                                    <p:tmPct val="0"/>
                                  </p:iterate>
                                  <p:childTnLst>
                                    <p:animScale>
                                      <p:cBhvr>
                                        <p:cTn id="99" dur="2000" fill="hold"/>
                                        <p:tgtEl>
                                          <p:spTgt spid="32"/>
                                        </p:tgtEl>
                                      </p:cBhvr>
                                      <p:by x="150000" y="150000"/>
                                    </p:animScale>
                                  </p:childTnLst>
                                </p:cTn>
                              </p:par>
                            </p:childTnLst>
                          </p:cTn>
                        </p:par>
                      </p:childTnLst>
                    </p:cTn>
                  </p:par>
                  <p:par>
                    <p:cTn id="100" fill="hold">
                      <p:stCondLst>
                        <p:cond delay="indefinite"/>
                      </p:stCondLst>
                      <p:childTnLst>
                        <p:par>
                          <p:cTn id="101" fill="hold">
                            <p:stCondLst>
                              <p:cond delay="0"/>
                            </p:stCondLst>
                            <p:childTnLst>
                              <p:par>
                                <p:cTn id="102" presetID="31" presetClass="entr" presetSubtype="0" fill="hold" grpId="0" nodeType="clickEffect">
                                  <p:stCondLst>
                                    <p:cond delay="0"/>
                                  </p:stCondLst>
                                  <p:iterate type="lt">
                                    <p:tmPct val="5000"/>
                                  </p:iterate>
                                  <p:childTnLst>
                                    <p:set>
                                      <p:cBhvr>
                                        <p:cTn id="103" dur="1" fill="hold">
                                          <p:stCondLst>
                                            <p:cond delay="0"/>
                                          </p:stCondLst>
                                        </p:cTn>
                                        <p:tgtEl>
                                          <p:spTgt spid="33"/>
                                        </p:tgtEl>
                                        <p:attrNameLst>
                                          <p:attrName>style.visibility</p:attrName>
                                        </p:attrNameLst>
                                      </p:cBhvr>
                                      <p:to>
                                        <p:strVal val="visible"/>
                                      </p:to>
                                    </p:set>
                                    <p:anim calcmode="lin" valueType="num">
                                      <p:cBhvr>
                                        <p:cTn id="104" dur="1000" fill="hold"/>
                                        <p:tgtEl>
                                          <p:spTgt spid="33"/>
                                        </p:tgtEl>
                                        <p:attrNameLst>
                                          <p:attrName>ppt_w</p:attrName>
                                        </p:attrNameLst>
                                      </p:cBhvr>
                                      <p:tavLst>
                                        <p:tav tm="0">
                                          <p:val>
                                            <p:fltVal val="0"/>
                                          </p:val>
                                        </p:tav>
                                        <p:tav tm="100000">
                                          <p:val>
                                            <p:strVal val="#ppt_w"/>
                                          </p:val>
                                        </p:tav>
                                      </p:tavLst>
                                    </p:anim>
                                    <p:anim calcmode="lin" valueType="num">
                                      <p:cBhvr>
                                        <p:cTn id="105" dur="1000" fill="hold"/>
                                        <p:tgtEl>
                                          <p:spTgt spid="33"/>
                                        </p:tgtEl>
                                        <p:attrNameLst>
                                          <p:attrName>ppt_h</p:attrName>
                                        </p:attrNameLst>
                                      </p:cBhvr>
                                      <p:tavLst>
                                        <p:tav tm="0">
                                          <p:val>
                                            <p:fltVal val="0"/>
                                          </p:val>
                                        </p:tav>
                                        <p:tav tm="100000">
                                          <p:val>
                                            <p:strVal val="#ppt_h"/>
                                          </p:val>
                                        </p:tav>
                                      </p:tavLst>
                                    </p:anim>
                                    <p:anim calcmode="lin" valueType="num">
                                      <p:cBhvr>
                                        <p:cTn id="106" dur="1000" fill="hold"/>
                                        <p:tgtEl>
                                          <p:spTgt spid="33"/>
                                        </p:tgtEl>
                                        <p:attrNameLst>
                                          <p:attrName>style.rotation</p:attrName>
                                        </p:attrNameLst>
                                      </p:cBhvr>
                                      <p:tavLst>
                                        <p:tav tm="0">
                                          <p:val>
                                            <p:fltVal val="90"/>
                                          </p:val>
                                        </p:tav>
                                        <p:tav tm="100000">
                                          <p:val>
                                            <p:fltVal val="0"/>
                                          </p:val>
                                        </p:tav>
                                      </p:tavLst>
                                    </p:anim>
                                    <p:animEffect transition="in" filter="fade">
                                      <p:cBhvr>
                                        <p:cTn id="107" dur="100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110" presetID="31" presetClass="entr" presetSubtype="0" fill="hold" grpId="0" nodeType="clickEffect">
                                  <p:stCondLst>
                                    <p:cond delay="0"/>
                                  </p:stCondLst>
                                  <p:iterate type="lt">
                                    <p:tmPct val="5000"/>
                                  </p:iterate>
                                  <p:childTnLst>
                                    <p:set>
                                      <p:cBhvr>
                                        <p:cTn id="111" dur="1" fill="hold">
                                          <p:stCondLst>
                                            <p:cond delay="0"/>
                                          </p:stCondLst>
                                        </p:cTn>
                                        <p:tgtEl>
                                          <p:spTgt spid="34"/>
                                        </p:tgtEl>
                                        <p:attrNameLst>
                                          <p:attrName>style.visibility</p:attrName>
                                        </p:attrNameLst>
                                      </p:cBhvr>
                                      <p:to>
                                        <p:strVal val="visible"/>
                                      </p:to>
                                    </p:set>
                                    <p:anim calcmode="lin" valueType="num">
                                      <p:cBhvr>
                                        <p:cTn id="112" dur="1000" fill="hold"/>
                                        <p:tgtEl>
                                          <p:spTgt spid="34"/>
                                        </p:tgtEl>
                                        <p:attrNameLst>
                                          <p:attrName>ppt_w</p:attrName>
                                        </p:attrNameLst>
                                      </p:cBhvr>
                                      <p:tavLst>
                                        <p:tav tm="0">
                                          <p:val>
                                            <p:fltVal val="0"/>
                                          </p:val>
                                        </p:tav>
                                        <p:tav tm="100000">
                                          <p:val>
                                            <p:strVal val="#ppt_w"/>
                                          </p:val>
                                        </p:tav>
                                      </p:tavLst>
                                    </p:anim>
                                    <p:anim calcmode="lin" valueType="num">
                                      <p:cBhvr>
                                        <p:cTn id="113" dur="1000" fill="hold"/>
                                        <p:tgtEl>
                                          <p:spTgt spid="34"/>
                                        </p:tgtEl>
                                        <p:attrNameLst>
                                          <p:attrName>ppt_h</p:attrName>
                                        </p:attrNameLst>
                                      </p:cBhvr>
                                      <p:tavLst>
                                        <p:tav tm="0">
                                          <p:val>
                                            <p:fltVal val="0"/>
                                          </p:val>
                                        </p:tav>
                                        <p:tav tm="100000">
                                          <p:val>
                                            <p:strVal val="#ppt_h"/>
                                          </p:val>
                                        </p:tav>
                                      </p:tavLst>
                                    </p:anim>
                                    <p:anim calcmode="lin" valueType="num">
                                      <p:cBhvr>
                                        <p:cTn id="114" dur="1000" fill="hold"/>
                                        <p:tgtEl>
                                          <p:spTgt spid="34"/>
                                        </p:tgtEl>
                                        <p:attrNameLst>
                                          <p:attrName>style.rotation</p:attrName>
                                        </p:attrNameLst>
                                      </p:cBhvr>
                                      <p:tavLst>
                                        <p:tav tm="0">
                                          <p:val>
                                            <p:fltVal val="90"/>
                                          </p:val>
                                        </p:tav>
                                        <p:tav tm="100000">
                                          <p:val>
                                            <p:fltVal val="0"/>
                                          </p:val>
                                        </p:tav>
                                      </p:tavLst>
                                    </p:anim>
                                    <p:animEffect transition="in" filter="fade">
                                      <p:cBhvr>
                                        <p:cTn id="115" dur="10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18" presetID="6" presetClass="emph" presetSubtype="0" fill="hold" grpId="1" nodeType="clickEffect">
                                  <p:stCondLst>
                                    <p:cond delay="0"/>
                                  </p:stCondLst>
                                  <p:iterate type="lt">
                                    <p:tmPct val="0"/>
                                  </p:iterate>
                                  <p:childTnLst>
                                    <p:animScale>
                                      <p:cBhvr>
                                        <p:cTn id="119" dur="2000" fill="hold"/>
                                        <p:tgtEl>
                                          <p:spTgt spid="34"/>
                                        </p:tgtEl>
                                      </p:cBhvr>
                                      <p:by x="150000" y="150000"/>
                                    </p:animScale>
                                  </p:childTnLst>
                                </p:cTn>
                              </p:par>
                            </p:childTnLst>
                          </p:cTn>
                        </p:par>
                      </p:childTnLst>
                    </p:cTn>
                  </p:par>
                  <p:par>
                    <p:cTn id="120" fill="hold">
                      <p:stCondLst>
                        <p:cond delay="indefinite"/>
                      </p:stCondLst>
                      <p:childTnLst>
                        <p:par>
                          <p:cTn id="121" fill="hold">
                            <p:stCondLst>
                              <p:cond delay="0"/>
                            </p:stCondLst>
                            <p:childTnLst>
                              <p:par>
                                <p:cTn id="122" presetID="31" presetClass="entr" presetSubtype="0" fill="hold" grpId="0" nodeType="clickEffect">
                                  <p:stCondLst>
                                    <p:cond delay="0"/>
                                  </p:stCondLst>
                                  <p:iterate type="lt">
                                    <p:tmPct val="5000"/>
                                  </p:iterate>
                                  <p:childTnLst>
                                    <p:set>
                                      <p:cBhvr>
                                        <p:cTn id="123" dur="1" fill="hold">
                                          <p:stCondLst>
                                            <p:cond delay="0"/>
                                          </p:stCondLst>
                                        </p:cTn>
                                        <p:tgtEl>
                                          <p:spTgt spid="35"/>
                                        </p:tgtEl>
                                        <p:attrNameLst>
                                          <p:attrName>style.visibility</p:attrName>
                                        </p:attrNameLst>
                                      </p:cBhvr>
                                      <p:to>
                                        <p:strVal val="visible"/>
                                      </p:to>
                                    </p:set>
                                    <p:anim calcmode="lin" valueType="num">
                                      <p:cBhvr>
                                        <p:cTn id="124" dur="1000" fill="hold"/>
                                        <p:tgtEl>
                                          <p:spTgt spid="35"/>
                                        </p:tgtEl>
                                        <p:attrNameLst>
                                          <p:attrName>ppt_w</p:attrName>
                                        </p:attrNameLst>
                                      </p:cBhvr>
                                      <p:tavLst>
                                        <p:tav tm="0">
                                          <p:val>
                                            <p:fltVal val="0"/>
                                          </p:val>
                                        </p:tav>
                                        <p:tav tm="100000">
                                          <p:val>
                                            <p:strVal val="#ppt_w"/>
                                          </p:val>
                                        </p:tav>
                                      </p:tavLst>
                                    </p:anim>
                                    <p:anim calcmode="lin" valueType="num">
                                      <p:cBhvr>
                                        <p:cTn id="125" dur="1000" fill="hold"/>
                                        <p:tgtEl>
                                          <p:spTgt spid="35"/>
                                        </p:tgtEl>
                                        <p:attrNameLst>
                                          <p:attrName>ppt_h</p:attrName>
                                        </p:attrNameLst>
                                      </p:cBhvr>
                                      <p:tavLst>
                                        <p:tav tm="0">
                                          <p:val>
                                            <p:fltVal val="0"/>
                                          </p:val>
                                        </p:tav>
                                        <p:tav tm="100000">
                                          <p:val>
                                            <p:strVal val="#ppt_h"/>
                                          </p:val>
                                        </p:tav>
                                      </p:tavLst>
                                    </p:anim>
                                    <p:anim calcmode="lin" valueType="num">
                                      <p:cBhvr>
                                        <p:cTn id="126" dur="1000" fill="hold"/>
                                        <p:tgtEl>
                                          <p:spTgt spid="35"/>
                                        </p:tgtEl>
                                        <p:attrNameLst>
                                          <p:attrName>style.rotation</p:attrName>
                                        </p:attrNameLst>
                                      </p:cBhvr>
                                      <p:tavLst>
                                        <p:tav tm="0">
                                          <p:val>
                                            <p:fltVal val="90"/>
                                          </p:val>
                                        </p:tav>
                                        <p:tav tm="100000">
                                          <p:val>
                                            <p:fltVal val="0"/>
                                          </p:val>
                                        </p:tav>
                                      </p:tavLst>
                                    </p:anim>
                                    <p:animEffect transition="in" filter="fade">
                                      <p:cBhvr>
                                        <p:cTn id="127" dur="1000"/>
                                        <p:tgtEl>
                                          <p:spTgt spid="35"/>
                                        </p:tgtEl>
                                      </p:cBhvr>
                                    </p:animEffect>
                                  </p:childTnLst>
                                </p:cTn>
                              </p:par>
                            </p:childTnLst>
                          </p:cTn>
                        </p:par>
                      </p:childTnLst>
                    </p:cTn>
                  </p:par>
                  <p:par>
                    <p:cTn id="128" fill="hold">
                      <p:stCondLst>
                        <p:cond delay="indefinite"/>
                      </p:stCondLst>
                      <p:childTnLst>
                        <p:par>
                          <p:cTn id="129" fill="hold">
                            <p:stCondLst>
                              <p:cond delay="0"/>
                            </p:stCondLst>
                            <p:childTnLst>
                              <p:par>
                                <p:cTn id="130" presetID="6" presetClass="emph" presetSubtype="0" fill="hold" grpId="1" nodeType="clickEffect">
                                  <p:stCondLst>
                                    <p:cond delay="0"/>
                                  </p:stCondLst>
                                  <p:iterate type="lt">
                                    <p:tmPct val="0"/>
                                  </p:iterate>
                                  <p:childTnLst>
                                    <p:animScale>
                                      <p:cBhvr>
                                        <p:cTn id="131" dur="2000" fill="hold"/>
                                        <p:tgtEl>
                                          <p:spTgt spid="3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3" grpId="0" animBg="1"/>
      <p:bldP spid="14" grpId="0" animBg="1"/>
      <p:bldP spid="21" grpId="0" animBg="1"/>
      <p:bldP spid="24" grpId="0" animBg="1"/>
      <p:bldP spid="27" grpId="0" animBg="1"/>
      <p:bldP spid="28" grpId="0" animBg="1"/>
      <p:bldP spid="29" grpId="0" animBg="1"/>
      <p:bldP spid="29" grpId="1" animBg="1"/>
      <p:bldP spid="30" grpId="0" animBg="1"/>
      <p:bldP spid="31" grpId="0" animBg="1"/>
      <p:bldP spid="32" grpId="0" animBg="1"/>
      <p:bldP spid="32" grpId="1" animBg="1"/>
      <p:bldP spid="33" grpId="0" animBg="1"/>
      <p:bldP spid="34" grpId="0" animBg="1"/>
      <p:bldP spid="34" grpId="1" animBg="1"/>
      <p:bldP spid="35" grpId="0" animBg="1"/>
      <p:bldP spid="3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877437"/>
          </a:xfrm>
          <a:prstGeom prst="rect">
            <a:avLst/>
          </a:prstGeom>
          <a:noFill/>
        </p:spPr>
        <p:txBody>
          <a:bodyPr wrap="square" rtlCol="0">
            <a:spAutoFit/>
          </a:bodyPr>
          <a:lstStyle/>
          <a:p>
            <a:pPr lvl="0" algn="ctr"/>
            <a:r>
              <a:rPr lang="uk-UA" sz="2800" b="1" i="1" dirty="0" smtClean="0">
                <a:solidFill>
                  <a:schemeClr val="tx2">
                    <a:lumMod val="75000"/>
                  </a:schemeClr>
                </a:solidFill>
              </a:rPr>
              <a:t>Маршрут до саморозвиненої особистості </a:t>
            </a:r>
          </a:p>
          <a:p>
            <a:pPr lvl="0" algn="ctr"/>
            <a:r>
              <a:rPr lang="uk-UA" sz="2800" b="1" i="1" dirty="0" smtClean="0">
                <a:solidFill>
                  <a:schemeClr val="tx2">
                    <a:lumMod val="75000"/>
                  </a:schemeClr>
                </a:solidFill>
              </a:rPr>
              <a:t>Робота з батьками: “ Складання ментальної карти здоров’я  для родини ” </a:t>
            </a:r>
            <a:endParaRPr lang="uk-UA" sz="2800" b="1" i="1" dirty="0" smtClean="0">
              <a:solidFill>
                <a:srgbClr val="C00000"/>
              </a:solidFill>
            </a:endParaRPr>
          </a:p>
          <a:p>
            <a:pPr algn="ctr"/>
            <a:endParaRPr lang="uk-UA" sz="3200" b="1" i="1" dirty="0">
              <a:solidFill>
                <a:schemeClr val="tx2">
                  <a:lumMod val="75000"/>
                </a:schemeClr>
              </a:solidFill>
            </a:endParaRPr>
          </a:p>
        </p:txBody>
      </p:sp>
      <p:pic>
        <p:nvPicPr>
          <p:cNvPr id="96258" name="Picture 2" descr="C:\Users\user\Desktop\1674647682644.jpeg"/>
          <p:cNvPicPr>
            <a:picLocks noChangeAspect="1" noChangeArrowheads="1"/>
          </p:cNvPicPr>
          <p:nvPr/>
        </p:nvPicPr>
        <p:blipFill>
          <a:blip r:embed="rId3"/>
          <a:srcRect/>
          <a:stretch>
            <a:fillRect/>
          </a:stretch>
        </p:blipFill>
        <p:spPr bwMode="auto">
          <a:xfrm>
            <a:off x="265919" y="1783829"/>
            <a:ext cx="5535274" cy="4691921"/>
          </a:xfrm>
          <a:prstGeom prst="rect">
            <a:avLst/>
          </a:prstGeom>
          <a:noFill/>
        </p:spPr>
      </p:pic>
      <p:sp>
        <p:nvSpPr>
          <p:cNvPr id="11" name="Овал 10"/>
          <p:cNvSpPr/>
          <p:nvPr/>
        </p:nvSpPr>
        <p:spPr>
          <a:xfrm>
            <a:off x="6835515" y="1768841"/>
            <a:ext cx="4886794" cy="47818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400" b="1" dirty="0" smtClean="0">
                <a:solidFill>
                  <a:srgbClr val="FFFF00"/>
                </a:solidFill>
              </a:rPr>
              <a:t>Присутність</a:t>
            </a:r>
          </a:p>
          <a:p>
            <a:pPr algn="ctr"/>
            <a:r>
              <a:rPr lang="uk-UA" sz="2400" b="1" dirty="0" smtClean="0">
                <a:solidFill>
                  <a:srgbClr val="FFFF00"/>
                </a:solidFill>
              </a:rPr>
              <a:t>Значення</a:t>
            </a:r>
          </a:p>
          <a:p>
            <a:pPr algn="ctr"/>
            <a:r>
              <a:rPr lang="uk-UA" sz="2400" b="1" dirty="0" smtClean="0">
                <a:solidFill>
                  <a:srgbClr val="FFFF00"/>
                </a:solidFill>
              </a:rPr>
              <a:t>Відгук</a:t>
            </a:r>
          </a:p>
          <a:p>
            <a:pPr algn="ctr"/>
            <a:r>
              <a:rPr lang="uk-UA" sz="2400" b="1" dirty="0" smtClean="0">
                <a:solidFill>
                  <a:srgbClr val="FFFF00"/>
                </a:solidFill>
              </a:rPr>
              <a:t>Інтуїція</a:t>
            </a:r>
          </a:p>
          <a:p>
            <a:pPr algn="ctr"/>
            <a:r>
              <a:rPr lang="uk-UA" sz="2400" b="1" dirty="0" smtClean="0">
                <a:solidFill>
                  <a:srgbClr val="FFFF00"/>
                </a:solidFill>
              </a:rPr>
              <a:t>Ціль</a:t>
            </a:r>
          </a:p>
          <a:p>
            <a:pPr algn="ctr"/>
            <a:r>
              <a:rPr lang="uk-UA" sz="2400" b="1" dirty="0" smtClean="0">
                <a:solidFill>
                  <a:srgbClr val="FFFF00"/>
                </a:solidFill>
              </a:rPr>
              <a:t>Потенціал</a:t>
            </a:r>
          </a:p>
          <a:p>
            <a:pPr algn="ctr"/>
            <a:r>
              <a:rPr lang="uk-UA" sz="2400" b="1" dirty="0" smtClean="0">
                <a:solidFill>
                  <a:srgbClr val="FFFF00"/>
                </a:solidFill>
              </a:rPr>
              <a:t>Сумісне планування</a:t>
            </a:r>
          </a:p>
          <a:p>
            <a:pPr algn="ctr"/>
            <a:r>
              <a:rPr lang="uk-UA" sz="2400" b="1" dirty="0" smtClean="0">
                <a:solidFill>
                  <a:srgbClr val="FFFF00"/>
                </a:solidFill>
              </a:rPr>
              <a:t>Історії</a:t>
            </a:r>
          </a:p>
          <a:p>
            <a:pPr algn="ctr"/>
            <a:r>
              <a:rPr lang="uk-UA" sz="2400" b="1" dirty="0" smtClean="0">
                <a:solidFill>
                  <a:srgbClr val="FFFF00"/>
                </a:solidFill>
              </a:rPr>
              <a:t>Медитація</a:t>
            </a:r>
          </a:p>
          <a:p>
            <a:pPr algn="ctr"/>
            <a:r>
              <a:rPr lang="uk-UA" sz="2400" b="1" dirty="0" smtClean="0">
                <a:solidFill>
                  <a:srgbClr val="FFFF00"/>
                </a:solidFill>
              </a:rPr>
              <a:t>Допомога у підготовці</a:t>
            </a:r>
          </a:p>
          <a:p>
            <a:pPr algn="ctr"/>
            <a:r>
              <a:rPr lang="uk-UA" sz="2400" b="1" dirty="0" smtClean="0">
                <a:solidFill>
                  <a:srgbClr val="FFFF00"/>
                </a:solidFill>
              </a:rPr>
              <a:t>Живлення</a:t>
            </a:r>
          </a:p>
          <a:p>
            <a:pPr algn="ctr"/>
            <a:r>
              <a:rPr lang="uk-UA" sz="2400" b="1" dirty="0" smtClean="0">
                <a:solidFill>
                  <a:srgbClr val="FFFF00"/>
                </a:solidFill>
              </a:rPr>
              <a:t>Відновлення</a:t>
            </a:r>
            <a:endParaRPr lang="uk-UA" sz="2400" b="1" dirty="0">
              <a:solidFill>
                <a:srgbClr val="FFFF00"/>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53848" y="464696"/>
            <a:ext cx="7615003" cy="1938992"/>
          </a:xfrm>
          <a:prstGeom prst="rect">
            <a:avLst/>
          </a:prstGeom>
        </p:spPr>
        <p:txBody>
          <a:bodyPr wrap="square">
            <a:spAutoFit/>
          </a:bodyPr>
          <a:lstStyle/>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buFont typeface="Wingdings" pitchFamily="2" charset="2"/>
              <a:buChar char="ü"/>
            </a:pPr>
            <a:endParaRPr lang="uk-UA" sz="2000" b="1" dirty="0" smtClean="0">
              <a:solidFill>
                <a:schemeClr val="tx2">
                  <a:lumMod val="75000"/>
                </a:schemeClr>
              </a:solidFill>
            </a:endParaRPr>
          </a:p>
          <a:p>
            <a:pPr algn="just"/>
            <a:endParaRPr lang="ru-RU" sz="2000" b="1" dirty="0">
              <a:solidFill>
                <a:schemeClr val="tx2">
                  <a:lumMod val="75000"/>
                </a:schemeClr>
              </a:solidFill>
            </a:endParaRPr>
          </a:p>
        </p:txBody>
      </p:sp>
      <p:sp>
        <p:nvSpPr>
          <p:cNvPr id="3" name="Овал 2"/>
          <p:cNvSpPr/>
          <p:nvPr/>
        </p:nvSpPr>
        <p:spPr>
          <a:xfrm>
            <a:off x="3873500" y="6858000"/>
            <a:ext cx="4559300" cy="9144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dirty="0" smtClean="0">
              <a:latin typeface="+mj-lt"/>
            </a:endParaRPr>
          </a:p>
        </p:txBody>
      </p:sp>
      <p:pic>
        <p:nvPicPr>
          <p:cNvPr id="5"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
        <p:nvSpPr>
          <p:cNvPr id="9" name="TextBox 8"/>
          <p:cNvSpPr txBox="1"/>
          <p:nvPr/>
        </p:nvSpPr>
        <p:spPr>
          <a:xfrm>
            <a:off x="2128603" y="269822"/>
            <a:ext cx="8739266" cy="1384995"/>
          </a:xfrm>
          <a:prstGeom prst="rect">
            <a:avLst/>
          </a:prstGeom>
          <a:noFill/>
        </p:spPr>
        <p:txBody>
          <a:bodyPr wrap="square" rtlCol="0">
            <a:spAutoFit/>
          </a:bodyPr>
          <a:lstStyle/>
          <a:p>
            <a:pPr lvl="0" algn="ctr"/>
            <a:r>
              <a:rPr lang="uk-UA" sz="2800" b="1" i="1" dirty="0" smtClean="0">
                <a:solidFill>
                  <a:schemeClr val="tx2">
                    <a:lumMod val="75000"/>
                  </a:schemeClr>
                </a:solidFill>
              </a:rPr>
              <a:t>Маршрут до саморозвиненої особистості </a:t>
            </a:r>
          </a:p>
          <a:p>
            <a:pPr lvl="0" algn="ctr"/>
            <a:r>
              <a:rPr lang="uk-UA" sz="2800" b="1" i="1" dirty="0" smtClean="0">
                <a:solidFill>
                  <a:schemeClr val="tx2">
                    <a:lumMod val="75000"/>
                  </a:schemeClr>
                </a:solidFill>
              </a:rPr>
              <a:t>Робота з батьками: </a:t>
            </a:r>
            <a:r>
              <a:rPr lang="ru-RU" sz="2800" b="1" i="1" dirty="0" smtClean="0">
                <a:solidFill>
                  <a:schemeClr val="tx2">
                    <a:lumMod val="75000"/>
                  </a:schemeClr>
                </a:solidFill>
              </a:rPr>
              <a:t>Щоденник для </a:t>
            </a:r>
            <a:r>
              <a:rPr lang="uk-UA" sz="2800" b="1" i="1" dirty="0" smtClean="0">
                <a:solidFill>
                  <a:schemeClr val="tx2">
                    <a:lumMod val="75000"/>
                  </a:schemeClr>
                </a:solidFill>
              </a:rPr>
              <a:t>свідомих і відповідальних батьків</a:t>
            </a:r>
            <a:endParaRPr lang="uk-UA" sz="2800" b="1" i="1" dirty="0">
              <a:solidFill>
                <a:schemeClr val="tx2">
                  <a:lumMod val="75000"/>
                </a:schemeClr>
              </a:solidFill>
            </a:endParaRPr>
          </a:p>
        </p:txBody>
      </p:sp>
      <p:pic>
        <p:nvPicPr>
          <p:cNvPr id="94210" name="Picture 2" descr="C:\Users\user\Desktop\page_1_thumb_large.jpg"/>
          <p:cNvPicPr>
            <a:picLocks noChangeAspect="1" noChangeArrowheads="1"/>
          </p:cNvPicPr>
          <p:nvPr/>
        </p:nvPicPr>
        <p:blipFill>
          <a:blip r:embed="rId3"/>
          <a:srcRect/>
          <a:stretch>
            <a:fillRect/>
          </a:stretch>
        </p:blipFill>
        <p:spPr bwMode="auto">
          <a:xfrm>
            <a:off x="1663907" y="1558978"/>
            <a:ext cx="9518755" cy="3477717"/>
          </a:xfrm>
          <a:prstGeom prst="rect">
            <a:avLst/>
          </a:prstGeom>
          <a:noFill/>
        </p:spPr>
      </p:pic>
      <p:pic>
        <p:nvPicPr>
          <p:cNvPr id="94211" name="Picture 3" descr="C:\Users\user\Desktop\Без названия.png"/>
          <p:cNvPicPr>
            <a:picLocks noChangeAspect="1" noChangeArrowheads="1"/>
          </p:cNvPicPr>
          <p:nvPr/>
        </p:nvPicPr>
        <p:blipFill>
          <a:blip r:embed="rId4"/>
          <a:srcRect/>
          <a:stretch>
            <a:fillRect/>
          </a:stretch>
        </p:blipFill>
        <p:spPr bwMode="auto">
          <a:xfrm>
            <a:off x="4259862" y="2352911"/>
            <a:ext cx="1301489" cy="465241"/>
          </a:xfrm>
          <a:prstGeom prst="rect">
            <a:avLst/>
          </a:prstGeom>
          <a:noFill/>
        </p:spPr>
      </p:pic>
      <p:sp>
        <p:nvSpPr>
          <p:cNvPr id="8" name="TextBox 7"/>
          <p:cNvSpPr txBox="1"/>
          <p:nvPr/>
        </p:nvSpPr>
        <p:spPr>
          <a:xfrm>
            <a:off x="5036696" y="5966085"/>
            <a:ext cx="2833140" cy="369332"/>
          </a:xfrm>
          <a:prstGeom prst="rect">
            <a:avLst/>
          </a:prstGeom>
          <a:noFill/>
        </p:spPr>
        <p:txBody>
          <a:bodyPr wrap="square" rtlCol="0">
            <a:spAutoFit/>
          </a:bodyPr>
          <a:lstStyle/>
          <a:p>
            <a:pPr algn="ctr"/>
            <a:r>
              <a:rPr lang="en-AU" dirty="0" smtClean="0">
                <a:hlinkClick r:id="rId5"/>
              </a:rPr>
              <a:t>http://surl.li/eokzl</a:t>
            </a:r>
            <a:endParaRPr lang="uk-UA" dirty="0"/>
          </a:p>
        </p:txBody>
      </p:sp>
      <p:sp>
        <p:nvSpPr>
          <p:cNvPr id="10" name="TextBox 9"/>
          <p:cNvSpPr txBox="1"/>
          <p:nvPr/>
        </p:nvSpPr>
        <p:spPr>
          <a:xfrm>
            <a:off x="2578309" y="5381469"/>
            <a:ext cx="7742441" cy="461665"/>
          </a:xfrm>
          <a:prstGeom prst="rect">
            <a:avLst/>
          </a:prstGeom>
          <a:noFill/>
        </p:spPr>
        <p:txBody>
          <a:bodyPr wrap="none" rtlCol="0">
            <a:spAutoFit/>
          </a:bodyPr>
          <a:lstStyle/>
          <a:p>
            <a:pPr algn="ctr"/>
            <a:r>
              <a:rPr lang="uk-UA" sz="2400" b="1" i="1" dirty="0" smtClean="0">
                <a:solidFill>
                  <a:schemeClr val="tx2">
                    <a:lumMod val="75000"/>
                  </a:schemeClr>
                </a:solidFill>
              </a:rPr>
              <a:t>Контроль над реалізацією планів і формировання ідей</a:t>
            </a:r>
            <a:endParaRPr lang="uk-UA" sz="2400" b="1" i="1"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5F3772-F667-4967-9568-794D1222DAD0}"/>
              </a:ext>
            </a:extLst>
          </p:cNvPr>
          <p:cNvSpPr>
            <a:spLocks noGrp="1"/>
          </p:cNvSpPr>
          <p:nvPr>
            <p:ph type="title"/>
          </p:nvPr>
        </p:nvSpPr>
        <p:spPr>
          <a:xfrm>
            <a:off x="624590" y="604422"/>
            <a:ext cx="10972800" cy="1143000"/>
          </a:xfrm>
        </p:spPr>
        <p:txBody>
          <a:bodyPr>
            <a:normAutofit fontScale="90000"/>
          </a:bodyPr>
          <a:lstStyle/>
          <a:p>
            <a:pPr lvl="0"/>
            <a:r>
              <a:rPr lang="uk-UA" sz="3100" b="1" i="1" dirty="0" smtClean="0">
                <a:solidFill>
                  <a:schemeClr val="tx2">
                    <a:lumMod val="75000"/>
                  </a:schemeClr>
                </a:solidFill>
              </a:rPr>
              <a:t>Маршрут до саморозвиненої особистості </a:t>
            </a:r>
            <a:br>
              <a:rPr lang="uk-UA" sz="3100" b="1" i="1" dirty="0" smtClean="0">
                <a:solidFill>
                  <a:schemeClr val="tx2">
                    <a:lumMod val="75000"/>
                  </a:schemeClr>
                </a:solidFill>
              </a:rPr>
            </a:br>
            <a:r>
              <a:rPr lang="uk-UA" sz="3100" b="1" i="1" dirty="0" smtClean="0">
                <a:solidFill>
                  <a:schemeClr val="tx2">
                    <a:lumMod val="75000"/>
                  </a:schemeClr>
                </a:solidFill>
              </a:rPr>
              <a:t>Робота з батьками: “ Рекомендації ” , “ Участь у тренінгах ”</a:t>
            </a:r>
            <a:r>
              <a:rPr lang="uk-UA" b="1" i="1" dirty="0" smtClean="0">
                <a:solidFill>
                  <a:srgbClr val="C00000"/>
                </a:solidFill>
              </a:rPr>
              <a:t/>
            </a:r>
            <a:br>
              <a:rPr lang="uk-UA" b="1" i="1" dirty="0" smtClean="0">
                <a:solidFill>
                  <a:srgbClr val="C00000"/>
                </a:solidFill>
              </a:rPr>
            </a:br>
            <a:endParaRPr lang="uk-UA" sz="4400" dirty="0"/>
          </a:p>
        </p:txBody>
      </p:sp>
      <p:sp>
        <p:nvSpPr>
          <p:cNvPr id="5" name="Місце для тексту 4">
            <a:extLst>
              <a:ext uri="{FF2B5EF4-FFF2-40B4-BE49-F238E27FC236}">
                <a16:creationId xmlns:a16="http://schemas.microsoft.com/office/drawing/2014/main" id="{FFDBD0B7-1FDB-4417-A384-615E0C6DEE7A}"/>
              </a:ext>
            </a:extLst>
          </p:cNvPr>
          <p:cNvSpPr>
            <a:spLocks noGrp="1"/>
          </p:cNvSpPr>
          <p:nvPr>
            <p:ph type="body" idx="1"/>
          </p:nvPr>
        </p:nvSpPr>
        <p:spPr>
          <a:xfrm>
            <a:off x="355600" y="1828800"/>
            <a:ext cx="5511800" cy="4343400"/>
          </a:xfrm>
          <a:solidFill>
            <a:schemeClr val="tx2">
              <a:lumMod val="60000"/>
              <a:lumOff val="40000"/>
            </a:schemeClr>
          </a:solidFill>
        </p:spPr>
        <p:style>
          <a:lnRef idx="1">
            <a:schemeClr val="accent5"/>
          </a:lnRef>
          <a:fillRef idx="2">
            <a:schemeClr val="accent5"/>
          </a:fillRef>
          <a:effectRef idx="1">
            <a:schemeClr val="accent5"/>
          </a:effectRef>
          <a:fontRef idx="minor">
            <a:schemeClr val="dk1"/>
          </a:fontRef>
        </p:style>
        <p:txBody>
          <a:bodyPr>
            <a:normAutofit/>
          </a:bodyPr>
          <a:lstStyle/>
          <a:p>
            <a:pPr marL="114300" indent="0">
              <a:buFont typeface="Wingdings" pitchFamily="2" charset="2"/>
              <a:buChar char="ü"/>
            </a:pPr>
            <a:r>
              <a:rPr lang="uk-UA" sz="3200" b="1" i="1" dirty="0" smtClean="0">
                <a:solidFill>
                  <a:srgbClr val="C00000"/>
                </a:solidFill>
              </a:rPr>
              <a:t>Стійкість</a:t>
            </a:r>
          </a:p>
          <a:p>
            <a:pPr marL="114300" indent="0">
              <a:buFont typeface="Wingdings" pitchFamily="2" charset="2"/>
              <a:buChar char="ü"/>
            </a:pPr>
            <a:r>
              <a:rPr lang="uk-UA" sz="3200" b="1" i="1" dirty="0" smtClean="0">
                <a:solidFill>
                  <a:srgbClr val="FFFF00"/>
                </a:solidFill>
              </a:rPr>
              <a:t>ТИ зі мною</a:t>
            </a:r>
          </a:p>
          <a:p>
            <a:pPr marL="114300" indent="0">
              <a:buFont typeface="Wingdings" pitchFamily="2" charset="2"/>
              <a:buChar char="ü"/>
            </a:pPr>
            <a:r>
              <a:rPr lang="uk-UA" sz="3200" b="1" i="1" dirty="0" smtClean="0">
                <a:solidFill>
                  <a:srgbClr val="FF0066"/>
                </a:solidFill>
              </a:rPr>
              <a:t>Я </a:t>
            </a:r>
            <a:r>
              <a:rPr lang="uk-UA" sz="3200" b="1" i="1" dirty="0">
                <a:solidFill>
                  <a:srgbClr val="FF0066"/>
                </a:solidFill>
              </a:rPr>
              <a:t>поруч</a:t>
            </a:r>
          </a:p>
          <a:p>
            <a:pPr marL="114300" indent="0">
              <a:buFont typeface="Wingdings" pitchFamily="2" charset="2"/>
              <a:buChar char="ü"/>
            </a:pPr>
            <a:r>
              <a:rPr lang="uk-UA" sz="3200" b="1" i="1" dirty="0">
                <a:solidFill>
                  <a:schemeClr val="accent2"/>
                </a:solidFill>
              </a:rPr>
              <a:t>Я подбаю про тебе</a:t>
            </a:r>
          </a:p>
          <a:p>
            <a:pPr marL="114300" indent="0">
              <a:buFont typeface="Wingdings" pitchFamily="2" charset="2"/>
              <a:buChar char="ü"/>
            </a:pPr>
            <a:r>
              <a:rPr lang="uk-UA" sz="3200" b="1" i="1" dirty="0">
                <a:solidFill>
                  <a:srgbClr val="00FFFF"/>
                </a:solidFill>
              </a:rPr>
              <a:t>Я дбаю про твою безпеку</a:t>
            </a:r>
          </a:p>
          <a:p>
            <a:pPr marL="114300" indent="0">
              <a:buFont typeface="Wingdings" pitchFamily="2" charset="2"/>
              <a:buChar char="ü"/>
            </a:pPr>
            <a:r>
              <a:rPr lang="uk-UA" sz="3200" b="1" i="1" dirty="0" smtClean="0">
                <a:solidFill>
                  <a:srgbClr val="841C7D"/>
                </a:solidFill>
              </a:rPr>
              <a:t>Активність </a:t>
            </a:r>
            <a:r>
              <a:rPr lang="uk-UA" sz="3200" b="1" i="1" dirty="0">
                <a:solidFill>
                  <a:srgbClr val="841C7D"/>
                </a:solidFill>
              </a:rPr>
              <a:t>участь у </a:t>
            </a:r>
            <a:r>
              <a:rPr lang="uk-UA" sz="3200" b="1" i="1" dirty="0" err="1" smtClean="0">
                <a:solidFill>
                  <a:srgbClr val="841C7D"/>
                </a:solidFill>
              </a:rPr>
              <a:t>проєктах</a:t>
            </a:r>
            <a:endParaRPr lang="uk-UA" sz="3200" b="1" i="1" dirty="0">
              <a:solidFill>
                <a:srgbClr val="841C7D"/>
              </a:solidFill>
            </a:endParaRPr>
          </a:p>
        </p:txBody>
      </p:sp>
      <p:sp>
        <p:nvSpPr>
          <p:cNvPr id="6" name="Місце для тексту 5">
            <a:extLst>
              <a:ext uri="{FF2B5EF4-FFF2-40B4-BE49-F238E27FC236}">
                <a16:creationId xmlns:a16="http://schemas.microsoft.com/office/drawing/2014/main" id="{2876EE2B-7791-4BF6-BE2D-0C2D2C26347C}"/>
              </a:ext>
            </a:extLst>
          </p:cNvPr>
          <p:cNvSpPr>
            <a:spLocks noGrp="1"/>
          </p:cNvSpPr>
          <p:nvPr>
            <p:ph type="body" idx="2"/>
          </p:nvPr>
        </p:nvSpPr>
        <p:spPr>
          <a:xfrm>
            <a:off x="6324600" y="2921751"/>
            <a:ext cx="5562600" cy="3494039"/>
          </a:xfrm>
          <a:solidFill>
            <a:schemeClr val="tx2">
              <a:lumMod val="60000"/>
              <a:lumOff val="40000"/>
            </a:schemeClr>
          </a:solidFill>
        </p:spPr>
        <p:txBody>
          <a:bodyPr>
            <a:normAutofit/>
          </a:bodyPr>
          <a:lstStyle/>
          <a:p>
            <a:pPr>
              <a:buFont typeface="Wingdings" pitchFamily="2" charset="2"/>
              <a:buChar char="ü"/>
            </a:pPr>
            <a:r>
              <a:rPr lang="uk-UA" sz="3200" b="1" i="1" dirty="0">
                <a:solidFill>
                  <a:srgbClr val="FFFF00"/>
                </a:solidFill>
              </a:rPr>
              <a:t>Мова любові</a:t>
            </a:r>
          </a:p>
          <a:p>
            <a:pPr>
              <a:buFont typeface="Wingdings" pitchFamily="2" charset="2"/>
              <a:buChar char="ü"/>
            </a:pPr>
            <a:r>
              <a:rPr lang="uk-UA" sz="3200" b="1" i="1" dirty="0">
                <a:solidFill>
                  <a:srgbClr val="FF0066"/>
                </a:solidFill>
              </a:rPr>
              <a:t>Слова підтримки, заохочення, </a:t>
            </a:r>
            <a:r>
              <a:rPr lang="uk-UA" sz="3200" b="1" i="1" dirty="0" smtClean="0">
                <a:solidFill>
                  <a:srgbClr val="FF0066"/>
                </a:solidFill>
              </a:rPr>
              <a:t>подяки</a:t>
            </a:r>
            <a:endParaRPr lang="uk-UA" sz="3200" b="1" i="1" dirty="0">
              <a:solidFill>
                <a:srgbClr val="FF0066"/>
              </a:solidFill>
            </a:endParaRPr>
          </a:p>
          <a:p>
            <a:pPr>
              <a:buFont typeface="Wingdings" pitchFamily="2" charset="2"/>
              <a:buChar char="ü"/>
            </a:pPr>
            <a:r>
              <a:rPr lang="uk-UA" sz="3200" b="1" i="1" dirty="0">
                <a:solidFill>
                  <a:srgbClr val="00FFFF"/>
                </a:solidFill>
              </a:rPr>
              <a:t>Проведений разом час</a:t>
            </a:r>
          </a:p>
          <a:p>
            <a:pPr>
              <a:buFont typeface="Wingdings" pitchFamily="2" charset="2"/>
              <a:buChar char="ü"/>
            </a:pPr>
            <a:r>
              <a:rPr lang="uk-UA" sz="3200" b="1" i="1" dirty="0">
                <a:solidFill>
                  <a:srgbClr val="660033"/>
                </a:solidFill>
              </a:rPr>
              <a:t>Допомога</a:t>
            </a:r>
          </a:p>
          <a:p>
            <a:pPr>
              <a:buFont typeface="Wingdings" pitchFamily="2" charset="2"/>
              <a:buChar char="ü"/>
            </a:pPr>
            <a:r>
              <a:rPr lang="uk-UA" sz="3200" b="1" i="1" dirty="0">
                <a:solidFill>
                  <a:srgbClr val="FF0000"/>
                </a:solidFill>
              </a:rPr>
              <a:t>Подарунки</a:t>
            </a:r>
          </a:p>
          <a:p>
            <a:endParaRPr lang="uk-UA" sz="3200" b="1" i="1" dirty="0"/>
          </a:p>
          <a:p>
            <a:endParaRPr lang="uk-UA" sz="3200" dirty="0"/>
          </a:p>
          <a:p>
            <a:endParaRPr lang="uk-UA" sz="3200" dirty="0"/>
          </a:p>
          <a:p>
            <a:endParaRPr lang="uk-UA" sz="3200" dirty="0"/>
          </a:p>
        </p:txBody>
      </p:sp>
      <p:pic>
        <p:nvPicPr>
          <p:cNvPr id="4" name="Рисунок 3">
            <a:extLst>
              <a:ext uri="{FF2B5EF4-FFF2-40B4-BE49-F238E27FC236}">
                <a16:creationId xmlns:a16="http://schemas.microsoft.com/office/drawing/2014/main" id="{EA51FBFE-8D58-48FE-86C7-B7BDC35632EC}"/>
              </a:ext>
            </a:extLst>
          </p:cNvPr>
          <p:cNvPicPr>
            <a:picLocks noChangeAspect="1"/>
          </p:cNvPicPr>
          <p:nvPr/>
        </p:nvPicPr>
        <p:blipFill>
          <a:blip r:embed="rId2" cstate="print"/>
          <a:stretch>
            <a:fillRect/>
          </a:stretch>
        </p:blipFill>
        <p:spPr>
          <a:xfrm>
            <a:off x="6355830" y="1454045"/>
            <a:ext cx="5531370" cy="1409075"/>
          </a:xfrm>
          <a:prstGeom prst="rect">
            <a:avLst/>
          </a:prstGeom>
        </p:spPr>
      </p:pic>
    </p:spTree>
    <p:extLst>
      <p:ext uri="{BB962C8B-B14F-4D97-AF65-F5344CB8AC3E}">
        <p14:creationId xmlns:p14="http://schemas.microsoft.com/office/powerpoint/2010/main" val="3662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5F3772-F667-4967-9568-794D1222DAD0}"/>
              </a:ext>
            </a:extLst>
          </p:cNvPr>
          <p:cNvSpPr>
            <a:spLocks noGrp="1"/>
          </p:cNvSpPr>
          <p:nvPr>
            <p:ph type="title"/>
          </p:nvPr>
        </p:nvSpPr>
        <p:spPr>
          <a:xfrm>
            <a:off x="624590" y="604422"/>
            <a:ext cx="10972800" cy="1143000"/>
          </a:xfrm>
        </p:spPr>
        <p:txBody>
          <a:bodyPr>
            <a:normAutofit fontScale="90000"/>
          </a:bodyPr>
          <a:lstStyle/>
          <a:p>
            <a:pPr lvl="0"/>
            <a:r>
              <a:rPr lang="uk-UA" sz="3100" b="1" i="1" dirty="0" smtClean="0">
                <a:solidFill>
                  <a:schemeClr val="tx2">
                    <a:lumMod val="75000"/>
                  </a:schemeClr>
                </a:solidFill>
              </a:rPr>
              <a:t>Маршрут до саморозвиненої особистості </a:t>
            </a:r>
            <a:br>
              <a:rPr lang="uk-UA" sz="3100" b="1" i="1" dirty="0" smtClean="0">
                <a:solidFill>
                  <a:schemeClr val="tx2">
                    <a:lumMod val="75000"/>
                  </a:schemeClr>
                </a:solidFill>
              </a:rPr>
            </a:br>
            <a:r>
              <a:rPr lang="uk-UA" sz="3100" b="1" i="1" dirty="0" smtClean="0">
                <a:solidFill>
                  <a:schemeClr val="tx2">
                    <a:lumMod val="75000"/>
                  </a:schemeClr>
                </a:solidFill>
              </a:rPr>
              <a:t>Робота з батьками: “ Рекомендації ” , “ Участь у тренінгах ”</a:t>
            </a:r>
            <a:r>
              <a:rPr lang="uk-UA" b="1" i="1" dirty="0" smtClean="0">
                <a:solidFill>
                  <a:srgbClr val="C00000"/>
                </a:solidFill>
              </a:rPr>
              <a:t/>
            </a:r>
            <a:br>
              <a:rPr lang="uk-UA" b="1" i="1" dirty="0" smtClean="0">
                <a:solidFill>
                  <a:srgbClr val="C00000"/>
                </a:solidFill>
              </a:rPr>
            </a:br>
            <a:endParaRPr lang="uk-UA" sz="4400" dirty="0"/>
          </a:p>
        </p:txBody>
      </p:sp>
      <p:pic>
        <p:nvPicPr>
          <p:cNvPr id="9" name="Picture 4" descr="http://lgschool2.ru/Uchenikam/Statya/igrovaja_zavisimost.pn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09600" y="1656661"/>
            <a:ext cx="5384800" cy="44130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ladyeve.ru/wp-content/uploads/2015/07/hobbi-v-dekretnom-otpuske.jpg"/>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430779" y="1663908"/>
            <a:ext cx="4976735" cy="4482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5F3772-F667-4967-9568-794D1222DAD0}"/>
              </a:ext>
            </a:extLst>
          </p:cNvPr>
          <p:cNvSpPr>
            <a:spLocks noGrp="1"/>
          </p:cNvSpPr>
          <p:nvPr>
            <p:ph type="title"/>
          </p:nvPr>
        </p:nvSpPr>
        <p:spPr/>
        <p:txBody>
          <a:bodyPr>
            <a:normAutofit fontScale="90000"/>
          </a:bodyPr>
          <a:lstStyle/>
          <a:p>
            <a:pPr lvl="0"/>
            <a:r>
              <a:rPr lang="uk-UA" sz="3100" b="1" i="1" dirty="0" smtClean="0">
                <a:solidFill>
                  <a:schemeClr val="tx2">
                    <a:lumMod val="75000"/>
                  </a:schemeClr>
                </a:solidFill>
              </a:rPr>
              <a:t>Маршрут до саморозвиненої особистості </a:t>
            </a:r>
            <a:br>
              <a:rPr lang="uk-UA" sz="3100" b="1" i="1" dirty="0" smtClean="0">
                <a:solidFill>
                  <a:schemeClr val="tx2">
                    <a:lumMod val="75000"/>
                  </a:schemeClr>
                </a:solidFill>
              </a:rPr>
            </a:br>
            <a:r>
              <a:rPr lang="uk-UA" sz="3100" b="1" i="1" dirty="0" smtClean="0">
                <a:solidFill>
                  <a:schemeClr val="tx2">
                    <a:lumMod val="75000"/>
                  </a:schemeClr>
                </a:solidFill>
              </a:rPr>
              <a:t>Робота з вчителями: “ </a:t>
            </a:r>
            <a:r>
              <a:rPr lang="ru-RU" sz="3100" b="1" i="1" dirty="0" smtClean="0">
                <a:solidFill>
                  <a:schemeClr val="tx2">
                    <a:lumMod val="75000"/>
                  </a:schemeClr>
                </a:solidFill>
              </a:rPr>
              <a:t>Щоденник для </a:t>
            </a:r>
            <a:r>
              <a:rPr lang="uk-UA" sz="3100" b="1" i="1" dirty="0" smtClean="0">
                <a:solidFill>
                  <a:schemeClr val="tx2">
                    <a:lumMod val="75000"/>
                  </a:schemeClr>
                </a:solidFill>
              </a:rPr>
              <a:t>свідомих класних керівників “</a:t>
            </a:r>
            <a:r>
              <a:rPr lang="uk-UA" b="1" i="1" dirty="0" smtClean="0">
                <a:solidFill>
                  <a:srgbClr val="C00000"/>
                </a:solidFill>
              </a:rPr>
              <a:t/>
            </a:r>
            <a:br>
              <a:rPr lang="uk-UA" b="1" i="1" dirty="0" smtClean="0">
                <a:solidFill>
                  <a:srgbClr val="C00000"/>
                </a:solidFill>
              </a:rPr>
            </a:br>
            <a:endParaRPr lang="uk-UA" sz="4400" dirty="0"/>
          </a:p>
        </p:txBody>
      </p:sp>
      <p:pic>
        <p:nvPicPr>
          <p:cNvPr id="99330" name="Picture 2" descr="C:\Users\user\Desktop\content_Коллаж_дивол_щоденник.jpg"/>
          <p:cNvPicPr>
            <a:picLocks noGrp="1" noChangeAspect="1" noChangeArrowheads="1"/>
          </p:cNvPicPr>
          <p:nvPr>
            <p:ph sz="half" idx="1"/>
          </p:nvPr>
        </p:nvPicPr>
        <p:blipFill>
          <a:blip r:embed="rId2"/>
          <a:srcRect/>
          <a:stretch>
            <a:fillRect/>
          </a:stretch>
        </p:blipFill>
        <p:spPr bwMode="auto">
          <a:xfrm>
            <a:off x="609600" y="1439056"/>
            <a:ext cx="10917836" cy="4916774"/>
          </a:xfrm>
          <a:prstGeom prst="rect">
            <a:avLst/>
          </a:prstGeom>
          <a:noFill/>
        </p:spPr>
      </p:pic>
    </p:spTree>
    <p:extLst>
      <p:ext uri="{BB962C8B-B14F-4D97-AF65-F5344CB8AC3E}">
        <p14:creationId xmlns:p14="http://schemas.microsoft.com/office/powerpoint/2010/main" val="3662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5F3772-F667-4967-9568-794D1222DAD0}"/>
              </a:ext>
            </a:extLst>
          </p:cNvPr>
          <p:cNvSpPr>
            <a:spLocks noGrp="1"/>
          </p:cNvSpPr>
          <p:nvPr>
            <p:ph type="title"/>
          </p:nvPr>
        </p:nvSpPr>
        <p:spPr>
          <a:xfrm>
            <a:off x="579620" y="469510"/>
            <a:ext cx="10972800" cy="1143000"/>
          </a:xfrm>
        </p:spPr>
        <p:txBody>
          <a:bodyPr>
            <a:noAutofit/>
          </a:bodyPr>
          <a:lstStyle/>
          <a:p>
            <a:pPr lvl="0"/>
            <a:r>
              <a:rPr lang="uk-UA" sz="2800" b="1" i="1" dirty="0" smtClean="0">
                <a:solidFill>
                  <a:schemeClr val="tx2">
                    <a:lumMod val="75000"/>
                  </a:schemeClr>
                </a:solidFill>
              </a:rPr>
              <a:t>Маршрут до саморозвиненої особистості </a:t>
            </a:r>
            <a:br>
              <a:rPr lang="uk-UA" sz="2800" b="1" i="1" dirty="0" smtClean="0">
                <a:solidFill>
                  <a:schemeClr val="tx2">
                    <a:lumMod val="75000"/>
                  </a:schemeClr>
                </a:solidFill>
              </a:rPr>
            </a:br>
            <a:r>
              <a:rPr lang="uk-UA" sz="2800" b="1" i="1" dirty="0" smtClean="0">
                <a:solidFill>
                  <a:schemeClr val="tx2">
                    <a:lumMod val="75000"/>
                  </a:schemeClr>
                </a:solidFill>
              </a:rPr>
              <a:t>Робота з вчителями</a:t>
            </a:r>
            <a:r>
              <a:rPr lang="uk-UA" sz="2800" b="1" i="1" dirty="0" smtClean="0">
                <a:solidFill>
                  <a:srgbClr val="C00000"/>
                </a:solidFill>
              </a:rPr>
              <a:t/>
            </a:r>
            <a:br>
              <a:rPr lang="uk-UA" sz="2800" b="1" i="1" dirty="0" smtClean="0">
                <a:solidFill>
                  <a:srgbClr val="C00000"/>
                </a:solidFill>
              </a:rPr>
            </a:br>
            <a:endParaRPr lang="uk-UA" sz="2800" dirty="0"/>
          </a:p>
        </p:txBody>
      </p:sp>
      <p:sp>
        <p:nvSpPr>
          <p:cNvPr id="7" name="Содержимое 6"/>
          <p:cNvSpPr>
            <a:spLocks noGrp="1"/>
          </p:cNvSpPr>
          <p:nvPr>
            <p:ph sz="half" idx="1"/>
          </p:nvPr>
        </p:nvSpPr>
        <p:spPr>
          <a:xfrm>
            <a:off x="609600" y="1600201"/>
            <a:ext cx="10917836" cy="4525963"/>
          </a:xfrm>
        </p:spPr>
        <p:txBody>
          <a:bodyPr>
            <a:normAutofit fontScale="85000" lnSpcReduction="20000"/>
          </a:bodyPr>
          <a:lstStyle/>
          <a:p>
            <a:pPr algn="ctr">
              <a:buNone/>
            </a:pPr>
            <a:r>
              <a:rPr lang="ru-RU" b="1" dirty="0" smtClean="0">
                <a:solidFill>
                  <a:schemeClr val="tx2">
                    <a:lumMod val="75000"/>
                  </a:schemeClr>
                </a:solidFill>
              </a:rPr>
              <a:t>МЕТОДИЧНІ ЗАСАДИ РОЗВИТКУ СИЛЬНИХ СТОРІН ДИТИНИ</a:t>
            </a:r>
          </a:p>
          <a:p>
            <a:pPr algn="ctr">
              <a:buNone/>
            </a:pPr>
            <a:r>
              <a:rPr lang="uk-UA" b="1" dirty="0" smtClean="0">
                <a:solidFill>
                  <a:schemeClr val="tx2">
                    <a:lumMod val="75000"/>
                  </a:schemeClr>
                </a:solidFill>
              </a:rPr>
              <a:t>У сучасному суспільстві досі прийнято вважати, що успішність дитини в школі є єдиним показником, який визначає її потенціал. Але це не так.</a:t>
            </a:r>
          </a:p>
          <a:p>
            <a:pPr algn="ctr">
              <a:buNone/>
            </a:pPr>
            <a:r>
              <a:rPr lang="uk-UA" b="1" dirty="0" smtClean="0">
                <a:solidFill>
                  <a:schemeClr val="tx2">
                    <a:lumMod val="75000"/>
                  </a:schemeClr>
                </a:solidFill>
              </a:rPr>
              <a:t>Вчені стверджують, що є 8 типів інтелекту: тілесно-кінестетичний, лінгвістичний, візуально-просторовий, натуралістичний, музичний, логіко-математичний, міжособистісний та екзистенціальний.</a:t>
            </a:r>
          </a:p>
          <a:p>
            <a:pPr algn="ctr">
              <a:buNone/>
            </a:pPr>
            <a:r>
              <a:rPr lang="uk-UA" b="1" dirty="0" smtClean="0">
                <a:solidFill>
                  <a:schemeClr val="tx2">
                    <a:lumMod val="75000"/>
                  </a:schemeClr>
                </a:solidFill>
              </a:rPr>
              <a:t>Вважається, що в кожної дитини домінують один або два з них. Завдання як батьків, так і вчителів – розпізнати, який саме тип інтелекту має дитина, щоби розвивати його з раннього віку, добирати такі завдання, які розвиватимуть сильні сторони, будувати відповідний індивідуальний план та навчальну програму.</a:t>
            </a:r>
          </a:p>
          <a:p>
            <a:pPr algn="ctr">
              <a:buNone/>
            </a:pPr>
            <a:r>
              <a:rPr lang="uk-UA" b="1" dirty="0" smtClean="0">
                <a:solidFill>
                  <a:schemeClr val="tx2">
                    <a:lumMod val="75000"/>
                  </a:schemeClr>
                </a:solidFill>
              </a:rPr>
              <a:t>Академічна успішність, безумовно, важлива, але настільки ж важливий і розвиток сильних сторін дитини, схильностей до творчості чи спорту.</a:t>
            </a:r>
          </a:p>
          <a:p>
            <a:pPr algn="ctr"/>
            <a:endParaRPr lang="uk-UA" dirty="0">
              <a:solidFill>
                <a:schemeClr val="tx2">
                  <a:lumMod val="75000"/>
                </a:schemeClr>
              </a:solidFill>
            </a:endParaRPr>
          </a:p>
        </p:txBody>
      </p:sp>
      <p:pic>
        <p:nvPicPr>
          <p:cNvPr id="10" name="그림 14">
            <a:extLst>
              <a:ext uri="{FF2B5EF4-FFF2-40B4-BE49-F238E27FC236}">
                <a16:creationId xmlns:a16="http://schemas.microsoft.com/office/drawing/2014/main" id="{E6A81D61-1F04-487A-A595-DF6C9E2A2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424066" cy="1891681"/>
          </a:xfrm>
          <a:prstGeom prst="rect">
            <a:avLst/>
          </a:prstGeom>
        </p:spPr>
      </p:pic>
    </p:spTree>
    <p:extLst>
      <p:ext uri="{BB962C8B-B14F-4D97-AF65-F5344CB8AC3E}">
        <p14:creationId xmlns:p14="http://schemas.microsoft.com/office/powerpoint/2010/main" val="366219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5" name="Текст 4"/>
          <p:cNvSpPr>
            <a:spLocks noGrp="1"/>
          </p:cNvSpPr>
          <p:nvPr>
            <p:ph type="body" sz="quarter" idx="3"/>
          </p:nvPr>
        </p:nvSpPr>
        <p:spPr>
          <a:xfrm>
            <a:off x="3285276" y="1169233"/>
            <a:ext cx="5389033" cy="960671"/>
          </a:xfrm>
        </p:spPr>
        <p:txBody>
          <a:bodyPr/>
          <a:lstStyle/>
          <a:p>
            <a:pPr algn="ctr"/>
            <a:r>
              <a:rPr lang="uk-UA" i="1" dirty="0" smtClean="0">
                <a:solidFill>
                  <a:schemeClr val="tx2">
                    <a:lumMod val="75000"/>
                  </a:schemeClr>
                </a:solidFill>
              </a:rPr>
              <a:t>1. Тілесно-кінестетичний інтелект</a:t>
            </a:r>
          </a:p>
          <a:p>
            <a:pPr algn="ctr"/>
            <a:endParaRPr lang="uk-UA" dirty="0"/>
          </a:p>
        </p:txBody>
      </p:sp>
      <p:sp>
        <p:nvSpPr>
          <p:cNvPr id="6" name="Содержимое 5"/>
          <p:cNvSpPr>
            <a:spLocks noGrp="1"/>
          </p:cNvSpPr>
          <p:nvPr>
            <p:ph sz="quarter" idx="4"/>
          </p:nvPr>
        </p:nvSpPr>
        <p:spPr>
          <a:xfrm>
            <a:off x="6340839" y="2174875"/>
            <a:ext cx="5241562" cy="3951288"/>
          </a:xfrm>
        </p:spPr>
        <p:txBody>
          <a:bodyPr/>
          <a:lstStyle/>
          <a:p>
            <a:pPr algn="ctr">
              <a:buNone/>
            </a:pPr>
            <a:r>
              <a:rPr lang="uk-UA" b="1" dirty="0" smtClean="0">
                <a:solidFill>
                  <a:schemeClr val="tx2">
                    <a:lumMod val="75000"/>
                  </a:schemeClr>
                </a:solidFill>
              </a:rPr>
              <a:t>Якщо в дитини такий тип інтелекту, то важливо давати їй багато рухатися, регулярно проводити досліди та експерименти на будь-які теми, проявляти творчість у малюванні, ліпленні, влаштовувати театральні вистави та використовувати пісок, крупи та різні текстури для навчання й розвитку.</a:t>
            </a:r>
          </a:p>
          <a:p>
            <a:pPr algn="ctr"/>
            <a:endParaRPr lang="uk-UA" b="1" dirty="0">
              <a:solidFill>
                <a:schemeClr val="tx2">
                  <a:lumMod val="75000"/>
                </a:schemeClr>
              </a:solidFill>
            </a:endParaRPr>
          </a:p>
        </p:txBody>
      </p:sp>
      <p:sp>
        <p:nvSpPr>
          <p:cNvPr id="8" name="Содержимое 7"/>
          <p:cNvSpPr>
            <a:spLocks noGrp="1"/>
          </p:cNvSpPr>
          <p:nvPr>
            <p:ph sz="half" idx="2"/>
          </p:nvPr>
        </p:nvSpPr>
        <p:spPr/>
        <p:txBody>
          <a:bodyPr/>
          <a:lstStyle/>
          <a:p>
            <a:pPr>
              <a:buNone/>
            </a:pPr>
            <a:endParaRPr lang="uk-UA" dirty="0"/>
          </a:p>
        </p:txBody>
      </p:sp>
      <p:pic>
        <p:nvPicPr>
          <p:cNvPr id="9" name="Picture 2" descr="https://nus.org.ua/wp-content/uploads/2022/06/word-image-2.png"/>
          <p:cNvPicPr>
            <a:picLocks noGrp="1" noChangeAspect="1" noChangeArrowheads="1"/>
          </p:cNvPicPr>
          <p:nvPr>
            <p:ph sz="half" idx="2"/>
          </p:nvPr>
        </p:nvPicPr>
        <p:blipFill>
          <a:blip r:embed="rId2"/>
          <a:srcRect/>
          <a:stretch>
            <a:fillRect/>
          </a:stretch>
        </p:blipFill>
        <p:spPr bwMode="auto">
          <a:xfrm>
            <a:off x="584615" y="2188564"/>
            <a:ext cx="5726243" cy="4062333"/>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5" name="Текст 4"/>
          <p:cNvSpPr>
            <a:spLocks noGrp="1"/>
          </p:cNvSpPr>
          <p:nvPr>
            <p:ph type="body" sz="quarter" idx="3"/>
          </p:nvPr>
        </p:nvSpPr>
        <p:spPr>
          <a:xfrm>
            <a:off x="3585080" y="1154243"/>
            <a:ext cx="5389033" cy="960671"/>
          </a:xfrm>
        </p:spPr>
        <p:txBody>
          <a:bodyPr/>
          <a:lstStyle/>
          <a:p>
            <a:pPr algn="ctr"/>
            <a:r>
              <a:rPr lang="uk-UA" i="1" dirty="0" smtClean="0">
                <a:solidFill>
                  <a:schemeClr val="tx2">
                    <a:lumMod val="75000"/>
                  </a:schemeClr>
                </a:solidFill>
              </a:rPr>
              <a:t>2. Лінгвістичний інтелект</a:t>
            </a:r>
          </a:p>
          <a:p>
            <a:pPr algn="ctr"/>
            <a:endParaRPr lang="uk-UA" dirty="0"/>
          </a:p>
        </p:txBody>
      </p:sp>
      <p:sp>
        <p:nvSpPr>
          <p:cNvPr id="6" name="Содержимое 5"/>
          <p:cNvSpPr>
            <a:spLocks noGrp="1"/>
          </p:cNvSpPr>
          <p:nvPr>
            <p:ph sz="quarter" idx="4"/>
          </p:nvPr>
        </p:nvSpPr>
        <p:spPr>
          <a:xfrm>
            <a:off x="6535711" y="2174875"/>
            <a:ext cx="5046690" cy="3951288"/>
          </a:xfrm>
        </p:spPr>
        <p:txBody>
          <a:bodyPr>
            <a:normAutofit fontScale="92500"/>
          </a:bodyPr>
          <a:lstStyle/>
          <a:p>
            <a:pPr algn="ctr">
              <a:buNone/>
            </a:pPr>
            <a:r>
              <a:rPr lang="uk-UA" b="1" i="1" dirty="0" smtClean="0">
                <a:solidFill>
                  <a:schemeClr val="tx2">
                    <a:lumMod val="75000"/>
                  </a:schemeClr>
                </a:solidFill>
              </a:rPr>
              <a:t>Дітям із таким типом інтелекту важливо влаштовувати марафони з читання (обираючи крижки за зацікавленнями дитини), запропонувати вести щоденник або блог, писати книги (наслідуючи жанр улюбленої книги), проводити інтерв’ю або опитування (говорити на теми, які подобаються дитині), журналістське розслідування.</a:t>
            </a:r>
          </a:p>
          <a:p>
            <a:pPr algn="ctr"/>
            <a:endParaRPr lang="uk-UA" b="1" dirty="0">
              <a:solidFill>
                <a:schemeClr val="tx2">
                  <a:lumMod val="75000"/>
                </a:schemeClr>
              </a:solidFill>
            </a:endParaRPr>
          </a:p>
        </p:txBody>
      </p:sp>
      <p:sp>
        <p:nvSpPr>
          <p:cNvPr id="8" name="Содержимое 7"/>
          <p:cNvSpPr>
            <a:spLocks noGrp="1"/>
          </p:cNvSpPr>
          <p:nvPr>
            <p:ph sz="half" idx="2"/>
          </p:nvPr>
        </p:nvSpPr>
        <p:spPr/>
        <p:txBody>
          <a:bodyPr/>
          <a:lstStyle/>
          <a:p>
            <a:pPr>
              <a:buNone/>
            </a:pPr>
            <a:endParaRPr lang="uk-UA" dirty="0"/>
          </a:p>
        </p:txBody>
      </p:sp>
      <p:pic>
        <p:nvPicPr>
          <p:cNvPr id="1026" name="Picture 2" descr="C:\Users\user\Desktop\word-image-3.png"/>
          <p:cNvPicPr>
            <a:picLocks noGrp="1" noChangeAspect="1" noChangeArrowheads="1"/>
          </p:cNvPicPr>
          <p:nvPr>
            <p:ph sz="half" idx="2"/>
          </p:nvPr>
        </p:nvPicPr>
        <p:blipFill>
          <a:blip r:embed="rId2"/>
          <a:srcRect/>
          <a:stretch>
            <a:fillRect/>
          </a:stretch>
        </p:blipFill>
        <p:spPr bwMode="auto">
          <a:xfrm>
            <a:off x="609599" y="2173574"/>
            <a:ext cx="5926111" cy="3972393"/>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5" name="Текст 4"/>
          <p:cNvSpPr>
            <a:spLocks noGrp="1"/>
          </p:cNvSpPr>
          <p:nvPr>
            <p:ph type="body" sz="quarter" idx="3"/>
          </p:nvPr>
        </p:nvSpPr>
        <p:spPr>
          <a:xfrm>
            <a:off x="3585080" y="1154243"/>
            <a:ext cx="5389033" cy="960671"/>
          </a:xfrm>
        </p:spPr>
        <p:txBody>
          <a:bodyPr/>
          <a:lstStyle/>
          <a:p>
            <a:pPr algn="ctr"/>
            <a:r>
              <a:rPr lang="uk-UA" i="1" dirty="0" smtClean="0">
                <a:solidFill>
                  <a:schemeClr val="tx2">
                    <a:lumMod val="75000"/>
                  </a:schemeClr>
                </a:solidFill>
              </a:rPr>
              <a:t>3. Візуально-просторовий інтелект</a:t>
            </a:r>
          </a:p>
          <a:p>
            <a:pPr algn="ctr"/>
            <a:endParaRPr lang="uk-UA" dirty="0"/>
          </a:p>
        </p:txBody>
      </p:sp>
      <p:sp>
        <p:nvSpPr>
          <p:cNvPr id="8" name="Содержимое 7"/>
          <p:cNvSpPr>
            <a:spLocks noGrp="1"/>
          </p:cNvSpPr>
          <p:nvPr>
            <p:ph sz="half" idx="2"/>
          </p:nvPr>
        </p:nvSpPr>
        <p:spPr/>
        <p:txBody>
          <a:bodyPr/>
          <a:lstStyle/>
          <a:p>
            <a:pPr>
              <a:buNone/>
            </a:pPr>
            <a:endParaRPr lang="uk-UA" dirty="0"/>
          </a:p>
        </p:txBody>
      </p:sp>
      <p:sp>
        <p:nvSpPr>
          <p:cNvPr id="9" name="Содержимое 8"/>
          <p:cNvSpPr>
            <a:spLocks noGrp="1"/>
          </p:cNvSpPr>
          <p:nvPr>
            <p:ph sz="quarter" idx="4"/>
          </p:nvPr>
        </p:nvSpPr>
        <p:spPr>
          <a:xfrm>
            <a:off x="6580682" y="2174875"/>
            <a:ext cx="5001719" cy="3951288"/>
          </a:xfrm>
        </p:spPr>
        <p:txBody>
          <a:bodyPr/>
          <a:lstStyle/>
          <a:p>
            <a:pPr algn="ctr">
              <a:buNone/>
            </a:pPr>
            <a:r>
              <a:rPr lang="ru-RU" b="1" dirty="0" smtClean="0">
                <a:solidFill>
                  <a:schemeClr val="tx2">
                    <a:lumMod val="75000"/>
                  </a:schemeClr>
                </a:solidFill>
              </a:rPr>
              <a:t>Діти, які мають цей тип інтелекту, можуть стати художниками, архітекторами або фахівцями в подібних сферах. Для них важливо використовувати такі різновиди розвитку: картографія, фотоблог (інстаграм-сторінка), художня творчість, інжиніринг (3</a:t>
            </a:r>
            <a:r>
              <a:rPr lang="en-AU" b="1" dirty="0" smtClean="0">
                <a:solidFill>
                  <a:schemeClr val="tx2">
                    <a:lumMod val="75000"/>
                  </a:schemeClr>
                </a:solidFill>
              </a:rPr>
              <a:t>D-</a:t>
            </a:r>
            <a:r>
              <a:rPr lang="ru-RU" b="1" dirty="0" smtClean="0">
                <a:solidFill>
                  <a:schemeClr val="tx2">
                    <a:lumMod val="75000"/>
                  </a:schemeClr>
                </a:solidFill>
              </a:rPr>
              <a:t>моделювання) та квести.</a:t>
            </a:r>
            <a:endParaRPr lang="ru-RU" b="1" dirty="0">
              <a:solidFill>
                <a:schemeClr val="tx2">
                  <a:lumMod val="75000"/>
                </a:schemeClr>
              </a:solidFill>
            </a:endParaRPr>
          </a:p>
        </p:txBody>
      </p:sp>
      <p:pic>
        <p:nvPicPr>
          <p:cNvPr id="2050" name="Picture 2" descr="C:\Users\user\Desktop\word-image-4.png"/>
          <p:cNvPicPr>
            <a:picLocks noGrp="1" noChangeAspect="1" noChangeArrowheads="1"/>
          </p:cNvPicPr>
          <p:nvPr>
            <p:ph sz="half" idx="2"/>
          </p:nvPr>
        </p:nvPicPr>
        <p:blipFill>
          <a:blip r:embed="rId2"/>
          <a:srcRect/>
          <a:stretch>
            <a:fillRect/>
          </a:stretch>
        </p:blipFill>
        <p:spPr bwMode="auto">
          <a:xfrm>
            <a:off x="609600" y="2158584"/>
            <a:ext cx="5611318" cy="4002373"/>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p:txBody>
          <a:bodyPr/>
          <a:lstStyle/>
          <a:p>
            <a:pPr>
              <a:buNone/>
            </a:pPr>
            <a:endParaRPr lang="uk-UA" dirty="0"/>
          </a:p>
        </p:txBody>
      </p:sp>
      <p:sp>
        <p:nvSpPr>
          <p:cNvPr id="10" name="Содержимое 9"/>
          <p:cNvSpPr>
            <a:spLocks noGrp="1"/>
          </p:cNvSpPr>
          <p:nvPr>
            <p:ph sz="quarter" idx="4"/>
          </p:nvPr>
        </p:nvSpPr>
        <p:spPr>
          <a:xfrm>
            <a:off x="6400800" y="2174875"/>
            <a:ext cx="5181601" cy="3951288"/>
          </a:xfrm>
        </p:spPr>
        <p:txBody>
          <a:bodyPr>
            <a:normAutofit lnSpcReduction="10000"/>
          </a:bodyPr>
          <a:lstStyle/>
          <a:p>
            <a:pPr algn="ctr">
              <a:buNone/>
            </a:pPr>
            <a:r>
              <a:rPr lang="ru-RU" dirty="0" smtClean="0"/>
              <a:t> </a:t>
            </a:r>
            <a:r>
              <a:rPr lang="uk-UA" b="1" dirty="0" smtClean="0">
                <a:solidFill>
                  <a:schemeClr val="tx2">
                    <a:lumMod val="75000"/>
                  </a:schemeClr>
                </a:solidFill>
              </a:rPr>
              <a:t>Таким дітям важливо дати можливість піклуватися про тварин або доглядати за рослинами, вести щоденник спостережень будь-яких змін у природі, дослідити карту тваринного світу, створити власну енциклопедію, відвідувати заповідники та виставки, де вони зможуть спостерігати на вивчати рослинний і тваринний світ.</a:t>
            </a:r>
          </a:p>
          <a:p>
            <a:endParaRPr lang="uk-UA" dirty="0"/>
          </a:p>
        </p:txBody>
      </p:sp>
      <p:sp>
        <p:nvSpPr>
          <p:cNvPr id="11" name="Текст 10"/>
          <p:cNvSpPr>
            <a:spLocks noGrp="1"/>
          </p:cNvSpPr>
          <p:nvPr>
            <p:ph type="body" sz="quarter" idx="3"/>
          </p:nvPr>
        </p:nvSpPr>
        <p:spPr>
          <a:xfrm>
            <a:off x="3180345" y="1184223"/>
            <a:ext cx="5389033" cy="945681"/>
          </a:xfrm>
        </p:spPr>
        <p:txBody>
          <a:bodyPr/>
          <a:lstStyle/>
          <a:p>
            <a:pPr algn="ctr"/>
            <a:r>
              <a:rPr lang="uk-UA" i="1" dirty="0" smtClean="0">
                <a:solidFill>
                  <a:schemeClr val="tx2">
                    <a:lumMod val="75000"/>
                  </a:schemeClr>
                </a:solidFill>
              </a:rPr>
              <a:t>4. Натуралістичній інт</a:t>
            </a:r>
            <a:r>
              <a:rPr lang="uk-UA" dirty="0" smtClean="0">
                <a:solidFill>
                  <a:schemeClr val="tx2">
                    <a:lumMod val="75000"/>
                  </a:schemeClr>
                </a:solidFill>
              </a:rPr>
              <a:t>елект</a:t>
            </a:r>
          </a:p>
          <a:p>
            <a:pPr algn="ctr"/>
            <a:endParaRPr lang="uk-UA" dirty="0"/>
          </a:p>
        </p:txBody>
      </p:sp>
      <p:pic>
        <p:nvPicPr>
          <p:cNvPr id="3074" name="Picture 2" descr="C:\Users\user\Desktop\word-image-5.png"/>
          <p:cNvPicPr>
            <a:picLocks noGrp="1" noChangeAspect="1" noChangeArrowheads="1"/>
          </p:cNvPicPr>
          <p:nvPr>
            <p:ph sz="half" idx="2"/>
          </p:nvPr>
        </p:nvPicPr>
        <p:blipFill>
          <a:blip r:embed="rId2"/>
          <a:srcRect/>
          <a:stretch>
            <a:fillRect/>
          </a:stretch>
        </p:blipFill>
        <p:spPr bwMode="auto">
          <a:xfrm>
            <a:off x="609600" y="2188564"/>
            <a:ext cx="5641298" cy="4017364"/>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9659" y="244658"/>
            <a:ext cx="10972800" cy="1143000"/>
          </a:xfrm>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p:txBody>
          <a:bodyPr/>
          <a:lstStyle/>
          <a:p>
            <a:pPr>
              <a:buNone/>
            </a:pPr>
            <a:endParaRPr lang="uk-UA" dirty="0"/>
          </a:p>
        </p:txBody>
      </p:sp>
      <p:sp>
        <p:nvSpPr>
          <p:cNvPr id="11" name="Текст 10"/>
          <p:cNvSpPr>
            <a:spLocks noGrp="1"/>
          </p:cNvSpPr>
          <p:nvPr>
            <p:ph type="body" sz="quarter" idx="3"/>
          </p:nvPr>
        </p:nvSpPr>
        <p:spPr>
          <a:xfrm>
            <a:off x="3180345" y="1184223"/>
            <a:ext cx="5389033" cy="945681"/>
          </a:xfrm>
        </p:spPr>
        <p:txBody>
          <a:bodyPr/>
          <a:lstStyle/>
          <a:p>
            <a:pPr algn="ctr"/>
            <a:r>
              <a:rPr lang="uk-UA" i="1" dirty="0" smtClean="0">
                <a:solidFill>
                  <a:schemeClr val="tx2">
                    <a:lumMod val="75000"/>
                  </a:schemeClr>
                </a:solidFill>
              </a:rPr>
              <a:t>5. Музичний інтелект</a:t>
            </a:r>
          </a:p>
          <a:p>
            <a:pPr algn="ctr"/>
            <a:endParaRPr lang="uk-UA" dirty="0"/>
          </a:p>
        </p:txBody>
      </p:sp>
      <p:sp>
        <p:nvSpPr>
          <p:cNvPr id="9" name="Содержимое 8"/>
          <p:cNvSpPr>
            <a:spLocks noGrp="1"/>
          </p:cNvSpPr>
          <p:nvPr>
            <p:ph sz="quarter" idx="4"/>
          </p:nvPr>
        </p:nvSpPr>
        <p:spPr>
          <a:xfrm>
            <a:off x="6715593" y="2174875"/>
            <a:ext cx="4866808" cy="3951288"/>
          </a:xfrm>
        </p:spPr>
        <p:txBody>
          <a:bodyPr>
            <a:normAutofit fontScale="92500"/>
          </a:bodyPr>
          <a:lstStyle/>
          <a:p>
            <a:pPr algn="ctr">
              <a:buNone/>
            </a:pPr>
            <a:r>
              <a:rPr lang="uk-UA" b="1" dirty="0" smtClean="0">
                <a:solidFill>
                  <a:schemeClr val="tx2">
                    <a:lumMod val="75000"/>
                  </a:schemeClr>
                </a:solidFill>
              </a:rPr>
              <a:t>З дитиною, яка має цей тип інтелекту, важливо вгадувати мелодії, імітувати звуки та відтворювати ритми – від простих до складних, використовувати диктофон для запису, озвучувати фільми та мультфільми різними голосами (дубляж), влаштовувати домашні концерти, відвідувати музеї музичних інструментів та концерти.</a:t>
            </a:r>
          </a:p>
          <a:p>
            <a:pPr algn="ctr"/>
            <a:endParaRPr lang="uk-UA" b="1" dirty="0">
              <a:solidFill>
                <a:schemeClr val="tx2">
                  <a:lumMod val="75000"/>
                </a:schemeClr>
              </a:solidFill>
            </a:endParaRPr>
          </a:p>
        </p:txBody>
      </p:sp>
      <p:pic>
        <p:nvPicPr>
          <p:cNvPr id="4098" name="Picture 2" descr="C:\Users\user\Desktop\word-image-6.png"/>
          <p:cNvPicPr>
            <a:picLocks noGrp="1" noChangeAspect="1" noChangeArrowheads="1"/>
          </p:cNvPicPr>
          <p:nvPr>
            <p:ph sz="half" idx="2"/>
          </p:nvPr>
        </p:nvPicPr>
        <p:blipFill>
          <a:blip r:embed="rId2"/>
          <a:srcRect/>
          <a:stretch>
            <a:fillRect/>
          </a:stretch>
        </p:blipFill>
        <p:spPr bwMode="auto">
          <a:xfrm>
            <a:off x="609599" y="2203553"/>
            <a:ext cx="6031043" cy="3957403"/>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9659" y="244658"/>
            <a:ext cx="10972800" cy="1143000"/>
          </a:xfrm>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p:txBody>
          <a:bodyPr/>
          <a:lstStyle/>
          <a:p>
            <a:pPr>
              <a:buNone/>
            </a:pPr>
            <a:endParaRPr lang="uk-UA" dirty="0"/>
          </a:p>
        </p:txBody>
      </p:sp>
      <p:sp>
        <p:nvSpPr>
          <p:cNvPr id="11" name="Текст 10"/>
          <p:cNvSpPr>
            <a:spLocks noGrp="1"/>
          </p:cNvSpPr>
          <p:nvPr>
            <p:ph type="body" sz="quarter" idx="3"/>
          </p:nvPr>
        </p:nvSpPr>
        <p:spPr>
          <a:xfrm>
            <a:off x="3180345" y="1184223"/>
            <a:ext cx="5389033" cy="945681"/>
          </a:xfrm>
        </p:spPr>
        <p:txBody>
          <a:bodyPr/>
          <a:lstStyle/>
          <a:p>
            <a:pPr algn="ctr"/>
            <a:r>
              <a:rPr lang="uk-UA" i="1" dirty="0" smtClean="0">
                <a:solidFill>
                  <a:schemeClr val="tx2">
                    <a:lumMod val="75000"/>
                  </a:schemeClr>
                </a:solidFill>
              </a:rPr>
              <a:t>6. Логіко-математичний інтелект</a:t>
            </a:r>
          </a:p>
          <a:p>
            <a:pPr algn="ctr"/>
            <a:endParaRPr lang="uk-UA" dirty="0"/>
          </a:p>
        </p:txBody>
      </p:sp>
      <p:sp>
        <p:nvSpPr>
          <p:cNvPr id="9" name="Содержимое 8"/>
          <p:cNvSpPr>
            <a:spLocks noGrp="1"/>
          </p:cNvSpPr>
          <p:nvPr>
            <p:ph sz="quarter" idx="4"/>
          </p:nvPr>
        </p:nvSpPr>
        <p:spPr>
          <a:xfrm>
            <a:off x="6715593" y="2174875"/>
            <a:ext cx="4866808" cy="3951288"/>
          </a:xfrm>
        </p:spPr>
        <p:txBody>
          <a:bodyPr>
            <a:normAutofit/>
          </a:bodyPr>
          <a:lstStyle/>
          <a:p>
            <a:pPr algn="ctr">
              <a:buNone/>
            </a:pPr>
            <a:endParaRPr lang="uk-UA" b="1" i="1" dirty="0" smtClean="0">
              <a:solidFill>
                <a:schemeClr val="tx2">
                  <a:lumMod val="75000"/>
                </a:schemeClr>
              </a:solidFill>
            </a:endParaRPr>
          </a:p>
          <a:p>
            <a:pPr algn="ctr">
              <a:buNone/>
            </a:pPr>
            <a:r>
              <a:rPr lang="uk-UA" b="1" i="1" dirty="0" smtClean="0">
                <a:solidFill>
                  <a:schemeClr val="tx2">
                    <a:lumMod val="75000"/>
                  </a:schemeClr>
                </a:solidFill>
              </a:rPr>
              <a:t>Цей тип інтелекту добре розвивати за допомогою настільних ігор, книжок-детективів, гри “ Що? Де? Коли? ” та стратегічних ігор, а також планування бюджету.</a:t>
            </a:r>
          </a:p>
          <a:p>
            <a:pPr algn="ctr"/>
            <a:endParaRPr lang="uk-UA" b="1" i="1" dirty="0">
              <a:solidFill>
                <a:schemeClr val="tx2">
                  <a:lumMod val="75000"/>
                </a:schemeClr>
              </a:solidFill>
            </a:endParaRPr>
          </a:p>
        </p:txBody>
      </p:sp>
      <p:pic>
        <p:nvPicPr>
          <p:cNvPr id="5122" name="Picture 2" descr="C:\Users\user\Desktop\word-image-7.png"/>
          <p:cNvPicPr>
            <a:picLocks noGrp="1" noChangeAspect="1" noChangeArrowheads="1"/>
          </p:cNvPicPr>
          <p:nvPr>
            <p:ph sz="half" idx="2"/>
          </p:nvPr>
        </p:nvPicPr>
        <p:blipFill>
          <a:blip r:embed="rId2"/>
          <a:srcRect/>
          <a:stretch>
            <a:fillRect/>
          </a:stretch>
        </p:blipFill>
        <p:spPr bwMode="auto">
          <a:xfrm>
            <a:off x="609600" y="1948721"/>
            <a:ext cx="6315856" cy="4167265"/>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9659" y="244658"/>
            <a:ext cx="10972800" cy="1143000"/>
          </a:xfrm>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p:txBody>
          <a:bodyPr/>
          <a:lstStyle/>
          <a:p>
            <a:pPr>
              <a:buNone/>
            </a:pPr>
            <a:endParaRPr lang="uk-UA" dirty="0"/>
          </a:p>
        </p:txBody>
      </p:sp>
      <p:sp>
        <p:nvSpPr>
          <p:cNvPr id="11" name="Текст 10"/>
          <p:cNvSpPr>
            <a:spLocks noGrp="1"/>
          </p:cNvSpPr>
          <p:nvPr>
            <p:ph type="body" sz="quarter" idx="3"/>
          </p:nvPr>
        </p:nvSpPr>
        <p:spPr>
          <a:xfrm>
            <a:off x="3180345" y="1184223"/>
            <a:ext cx="5389033" cy="945681"/>
          </a:xfrm>
        </p:spPr>
        <p:txBody>
          <a:bodyPr/>
          <a:lstStyle/>
          <a:p>
            <a:pPr algn="ctr"/>
            <a:r>
              <a:rPr lang="uk-UA" i="1" dirty="0" smtClean="0">
                <a:solidFill>
                  <a:schemeClr val="tx2">
                    <a:lumMod val="75000"/>
                  </a:schemeClr>
                </a:solidFill>
              </a:rPr>
              <a:t>7. Міжособистісний інтелект</a:t>
            </a:r>
          </a:p>
          <a:p>
            <a:pPr algn="ctr"/>
            <a:endParaRPr lang="uk-UA" dirty="0"/>
          </a:p>
        </p:txBody>
      </p:sp>
      <p:sp>
        <p:nvSpPr>
          <p:cNvPr id="10" name="Содержимое 9"/>
          <p:cNvSpPr>
            <a:spLocks noGrp="1"/>
          </p:cNvSpPr>
          <p:nvPr>
            <p:ph sz="quarter" idx="4"/>
          </p:nvPr>
        </p:nvSpPr>
        <p:spPr>
          <a:xfrm>
            <a:off x="6700603" y="2174875"/>
            <a:ext cx="4881798" cy="3951288"/>
          </a:xfrm>
        </p:spPr>
        <p:txBody>
          <a:bodyPr/>
          <a:lstStyle/>
          <a:p>
            <a:pPr algn="ctr">
              <a:buNone/>
            </a:pPr>
            <a:endParaRPr lang="uk-UA" b="1" dirty="0" smtClean="0">
              <a:solidFill>
                <a:schemeClr val="tx2">
                  <a:lumMod val="75000"/>
                </a:schemeClr>
              </a:solidFill>
            </a:endParaRPr>
          </a:p>
          <a:p>
            <a:pPr algn="ctr">
              <a:buNone/>
            </a:pPr>
            <a:r>
              <a:rPr lang="uk-UA" b="1" dirty="0" smtClean="0">
                <a:solidFill>
                  <a:schemeClr val="tx2">
                    <a:lumMod val="75000"/>
                  </a:schemeClr>
                </a:solidFill>
              </a:rPr>
              <a:t>Розвивати такий тип інтелекту потрібно спільними (груповими) проєктами, публічними виступами, проведенням інтерв’ю та анкетуванням із подарунками, влаштуванням вечірок для друзів.</a:t>
            </a:r>
          </a:p>
          <a:p>
            <a:pPr algn="ctr"/>
            <a:endParaRPr lang="uk-UA" b="1" dirty="0">
              <a:solidFill>
                <a:schemeClr val="tx2">
                  <a:lumMod val="75000"/>
                </a:schemeClr>
              </a:solidFill>
            </a:endParaRPr>
          </a:p>
        </p:txBody>
      </p:sp>
      <p:pic>
        <p:nvPicPr>
          <p:cNvPr id="6146" name="Picture 2" descr="C:\Users\user\Desktop\word-image-8.png"/>
          <p:cNvPicPr>
            <a:picLocks noGrp="1" noChangeAspect="1" noChangeArrowheads="1"/>
          </p:cNvPicPr>
          <p:nvPr>
            <p:ph sz="half" idx="2"/>
          </p:nvPr>
        </p:nvPicPr>
        <p:blipFill>
          <a:blip r:embed="rId2"/>
          <a:srcRect/>
          <a:stretch>
            <a:fillRect/>
          </a:stretch>
        </p:blipFill>
        <p:spPr bwMode="auto">
          <a:xfrm>
            <a:off x="609600" y="2188564"/>
            <a:ext cx="5626308" cy="4002373"/>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9659" y="244658"/>
            <a:ext cx="10972800" cy="1143000"/>
          </a:xfrm>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a:xfrm>
            <a:off x="1014335" y="2159885"/>
            <a:ext cx="5386917" cy="3951288"/>
          </a:xfrm>
        </p:spPr>
        <p:txBody>
          <a:bodyPr/>
          <a:lstStyle/>
          <a:p>
            <a:pPr>
              <a:buNone/>
            </a:pPr>
            <a:endParaRPr lang="uk-UA" dirty="0"/>
          </a:p>
        </p:txBody>
      </p:sp>
      <p:sp>
        <p:nvSpPr>
          <p:cNvPr id="11" name="Текст 10"/>
          <p:cNvSpPr>
            <a:spLocks noGrp="1"/>
          </p:cNvSpPr>
          <p:nvPr>
            <p:ph type="body" sz="quarter" idx="3"/>
          </p:nvPr>
        </p:nvSpPr>
        <p:spPr>
          <a:xfrm>
            <a:off x="3180345" y="1184223"/>
            <a:ext cx="5389033" cy="945681"/>
          </a:xfrm>
        </p:spPr>
        <p:txBody>
          <a:bodyPr/>
          <a:lstStyle/>
          <a:p>
            <a:pPr algn="ctr"/>
            <a:r>
              <a:rPr lang="uk-UA" i="1" dirty="0" smtClean="0">
                <a:solidFill>
                  <a:schemeClr val="tx2">
                    <a:lumMod val="75000"/>
                  </a:schemeClr>
                </a:solidFill>
              </a:rPr>
              <a:t>8. Екзистенціальний інтелект</a:t>
            </a:r>
          </a:p>
          <a:p>
            <a:pPr algn="ctr"/>
            <a:endParaRPr lang="uk-UA" i="1" dirty="0">
              <a:solidFill>
                <a:schemeClr val="tx2">
                  <a:lumMod val="75000"/>
                </a:schemeClr>
              </a:solidFill>
            </a:endParaRPr>
          </a:p>
        </p:txBody>
      </p:sp>
      <p:sp>
        <p:nvSpPr>
          <p:cNvPr id="9" name="Содержимое 8"/>
          <p:cNvSpPr>
            <a:spLocks noGrp="1"/>
          </p:cNvSpPr>
          <p:nvPr>
            <p:ph sz="quarter" idx="4"/>
          </p:nvPr>
        </p:nvSpPr>
        <p:spPr>
          <a:xfrm>
            <a:off x="6460761" y="2174875"/>
            <a:ext cx="5121640" cy="3951288"/>
          </a:xfrm>
        </p:spPr>
        <p:txBody>
          <a:bodyPr>
            <a:normAutofit fontScale="92500" lnSpcReduction="20000"/>
          </a:bodyPr>
          <a:lstStyle/>
          <a:p>
            <a:pPr algn="ctr">
              <a:buNone/>
            </a:pPr>
            <a:endParaRPr lang="uk-UA" b="1" dirty="0" smtClean="0">
              <a:solidFill>
                <a:schemeClr val="tx2">
                  <a:lumMod val="75000"/>
                </a:schemeClr>
              </a:solidFill>
            </a:endParaRPr>
          </a:p>
          <a:p>
            <a:pPr algn="ctr">
              <a:buNone/>
            </a:pPr>
            <a:r>
              <a:rPr lang="uk-UA" b="1" dirty="0" smtClean="0">
                <a:solidFill>
                  <a:schemeClr val="tx2">
                    <a:lumMod val="75000"/>
                  </a:schemeClr>
                </a:solidFill>
              </a:rPr>
              <a:t>Для розвитку цього типу інтелекту ідеально пасують ведення щоденника емоцій, втілення індивідуальних проєктів, такій дитині необхідно мати особистий простір, щоби проводити час наодинці. Оскільки такі діти небалакучі, їхні власні переживання можна попросити намалювати на папері, щоби батьки і вчителі могли розуміти, що відбувається з дитиною.</a:t>
            </a:r>
          </a:p>
          <a:p>
            <a:pPr algn="ctr"/>
            <a:endParaRPr lang="uk-UA" b="1" dirty="0">
              <a:solidFill>
                <a:schemeClr val="tx2">
                  <a:lumMod val="75000"/>
                </a:schemeClr>
              </a:solidFill>
            </a:endParaRPr>
          </a:p>
        </p:txBody>
      </p:sp>
      <p:pic>
        <p:nvPicPr>
          <p:cNvPr id="7170" name="Picture 2" descr="C:\Users\user\Desktop\word-image-9.png"/>
          <p:cNvPicPr>
            <a:picLocks noGrp="1" noChangeAspect="1" noChangeArrowheads="1"/>
          </p:cNvPicPr>
          <p:nvPr>
            <p:ph sz="half" idx="2"/>
          </p:nvPr>
        </p:nvPicPr>
        <p:blipFill>
          <a:blip r:embed="rId2"/>
          <a:srcRect/>
          <a:stretch>
            <a:fillRect/>
          </a:stretch>
        </p:blipFill>
        <p:spPr bwMode="auto">
          <a:xfrm>
            <a:off x="609600" y="2143593"/>
            <a:ext cx="5791200" cy="3972394"/>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9659" y="244658"/>
            <a:ext cx="10972800" cy="1143000"/>
          </a:xfrm>
        </p:spPr>
        <p:txBody>
          <a:bodyPr>
            <a:normAutofit fontScale="90000"/>
          </a:bodyPr>
          <a:lstStyle/>
          <a:p>
            <a:r>
              <a:rPr lang="uk-UA" sz="2700" b="1" i="1" dirty="0" smtClean="0">
                <a:solidFill>
                  <a:schemeClr val="tx2">
                    <a:lumMod val="75000"/>
                  </a:schemeClr>
                </a:solidFill>
              </a:rPr>
              <a:t>Маршрут до саморозвиненої особистості </a:t>
            </a:r>
            <a:br>
              <a:rPr lang="uk-UA" sz="2700" b="1" i="1" dirty="0" smtClean="0">
                <a:solidFill>
                  <a:schemeClr val="tx2">
                    <a:lumMod val="75000"/>
                  </a:schemeClr>
                </a:solidFill>
              </a:rPr>
            </a:br>
            <a:r>
              <a:rPr lang="uk-UA" sz="2700" b="1" i="1" dirty="0" smtClean="0">
                <a:solidFill>
                  <a:schemeClr val="tx2">
                    <a:lumMod val="75000"/>
                  </a:schemeClr>
                </a:solidFill>
              </a:rPr>
              <a:t>Робота з вчителями: “  Рекомендації за результатами тестувань ” </a:t>
            </a:r>
            <a:r>
              <a:rPr lang="uk-UA" b="1" i="1" dirty="0" smtClean="0">
                <a:solidFill>
                  <a:srgbClr val="C00000"/>
                </a:solidFill>
              </a:rPr>
              <a:t/>
            </a:r>
            <a:br>
              <a:rPr lang="uk-UA" b="1" i="1" dirty="0" smtClean="0">
                <a:solidFill>
                  <a:srgbClr val="C00000"/>
                </a:solidFill>
              </a:rPr>
            </a:br>
            <a:endParaRPr lang="uk-UA" dirty="0"/>
          </a:p>
        </p:txBody>
      </p:sp>
      <p:sp>
        <p:nvSpPr>
          <p:cNvPr id="8" name="Содержимое 7"/>
          <p:cNvSpPr>
            <a:spLocks noGrp="1"/>
          </p:cNvSpPr>
          <p:nvPr>
            <p:ph sz="half" idx="2"/>
          </p:nvPr>
        </p:nvSpPr>
        <p:spPr>
          <a:xfrm>
            <a:off x="1014336" y="2159885"/>
            <a:ext cx="4412104" cy="3951288"/>
          </a:xfrm>
        </p:spPr>
        <p:txBody>
          <a:bodyPr/>
          <a:lstStyle/>
          <a:p>
            <a:pPr>
              <a:buNone/>
            </a:pPr>
            <a:endParaRPr lang="uk-UA" dirty="0"/>
          </a:p>
        </p:txBody>
      </p:sp>
      <p:sp>
        <p:nvSpPr>
          <p:cNvPr id="11" name="Текст 10"/>
          <p:cNvSpPr>
            <a:spLocks noGrp="1"/>
          </p:cNvSpPr>
          <p:nvPr>
            <p:ph type="body" sz="quarter" idx="3"/>
          </p:nvPr>
        </p:nvSpPr>
        <p:spPr>
          <a:xfrm>
            <a:off x="901841" y="1199213"/>
            <a:ext cx="4569570" cy="945681"/>
          </a:xfrm>
        </p:spPr>
        <p:txBody>
          <a:bodyPr/>
          <a:lstStyle/>
          <a:p>
            <a:pPr algn="ctr"/>
            <a:r>
              <a:rPr lang="uk-UA" i="1" dirty="0" smtClean="0">
                <a:solidFill>
                  <a:schemeClr val="tx2">
                    <a:lumMod val="75000"/>
                  </a:schemeClr>
                </a:solidFill>
              </a:rPr>
              <a:t>Візуали,  аудіали, кінестетики</a:t>
            </a:r>
            <a:endParaRPr lang="uk-UA" i="1" dirty="0">
              <a:solidFill>
                <a:schemeClr val="tx2">
                  <a:lumMod val="75000"/>
                </a:schemeClr>
              </a:solidFill>
            </a:endParaRPr>
          </a:p>
        </p:txBody>
      </p:sp>
      <p:pic>
        <p:nvPicPr>
          <p:cNvPr id="10" name="Содержимое 9">
            <a:extLst>
              <a:ext uri="{FF2B5EF4-FFF2-40B4-BE49-F238E27FC236}">
                <a16:creationId xmlns:a16="http://schemas.microsoft.com/office/drawing/2014/main" id="{DA24A8BA-57A4-434A-91A5-BCDB5FF08A8E}"/>
              </a:ext>
            </a:extLst>
          </p:cNvPr>
          <p:cNvPicPr>
            <a:picLocks noGrp="1" noChangeAspect="1"/>
          </p:cNvPicPr>
          <p:nvPr>
            <p:ph sz="half" idx="2"/>
          </p:nvPr>
        </p:nvPicPr>
        <p:blipFill>
          <a:blip r:embed="rId2"/>
          <a:stretch>
            <a:fillRect/>
          </a:stretch>
        </p:blipFill>
        <p:spPr>
          <a:xfrm>
            <a:off x="1064302" y="2203554"/>
            <a:ext cx="4047344" cy="4047344"/>
          </a:xfrm>
          <a:prstGeom prst="rect">
            <a:avLst/>
          </a:prstGeom>
        </p:spPr>
      </p:pic>
      <p:sp>
        <p:nvSpPr>
          <p:cNvPr id="12" name="Содержимое 11"/>
          <p:cNvSpPr>
            <a:spLocks noGrp="1"/>
          </p:cNvSpPr>
          <p:nvPr>
            <p:ph sz="quarter" idx="4"/>
          </p:nvPr>
        </p:nvSpPr>
        <p:spPr>
          <a:xfrm>
            <a:off x="5591332" y="1304144"/>
            <a:ext cx="5991070" cy="5066676"/>
          </a:xfrm>
        </p:spPr>
        <p:txBody>
          <a:bodyPr>
            <a:normAutofit fontScale="77500" lnSpcReduction="20000"/>
          </a:bodyPr>
          <a:lstStyle/>
          <a:p>
            <a:pPr marL="114300" indent="0" algn="ctr">
              <a:buNone/>
            </a:pPr>
            <a:endParaRPr lang="uk-UA" sz="2900" b="1" dirty="0" smtClean="0">
              <a:solidFill>
                <a:schemeClr val="tx2">
                  <a:lumMod val="75000"/>
                </a:schemeClr>
              </a:solidFill>
            </a:endParaRPr>
          </a:p>
          <a:p>
            <a:pPr marL="114300" indent="0" algn="ctr">
              <a:buNone/>
            </a:pPr>
            <a:r>
              <a:rPr lang="uk-UA" sz="2900" b="1" dirty="0" smtClean="0">
                <a:solidFill>
                  <a:schemeClr val="tx2">
                    <a:lumMod val="75000"/>
                  </a:schemeClr>
                </a:solidFill>
              </a:rPr>
              <a:t>1.Що мої учні сьогодні побачать?</a:t>
            </a:r>
          </a:p>
          <a:p>
            <a:pPr algn="ctr">
              <a:buNone/>
            </a:pPr>
            <a:r>
              <a:rPr lang="uk-UA" sz="2900" b="1" dirty="0" smtClean="0">
                <a:solidFill>
                  <a:schemeClr val="tx2">
                    <a:lumMod val="75000"/>
                  </a:schemeClr>
                </a:solidFill>
              </a:rPr>
              <a:t>Зовнішній вигляд вчителя, очі, презентацію, відео…</a:t>
            </a:r>
          </a:p>
          <a:p>
            <a:pPr algn="ctr">
              <a:buNone/>
            </a:pPr>
            <a:r>
              <a:rPr lang="uk-UA" sz="2900" b="1" dirty="0" smtClean="0">
                <a:solidFill>
                  <a:schemeClr val="tx2">
                    <a:lumMod val="75000"/>
                  </a:schemeClr>
                </a:solidFill>
              </a:rPr>
              <a:t>2. Що і про що моїм учням варто чути?</a:t>
            </a:r>
          </a:p>
          <a:p>
            <a:pPr algn="ctr">
              <a:buNone/>
            </a:pPr>
            <a:r>
              <a:rPr lang="uk-UA" sz="2900" b="1" dirty="0" smtClean="0">
                <a:solidFill>
                  <a:schemeClr val="tx2">
                    <a:lumMod val="75000"/>
                  </a:schemeClr>
                </a:solidFill>
              </a:rPr>
              <a:t>Як звучить мій голос, слова підтримки, цікава інформація.</a:t>
            </a:r>
            <a:r>
              <a:rPr lang="en-US" sz="2900" b="1" dirty="0" smtClean="0">
                <a:solidFill>
                  <a:schemeClr val="tx2">
                    <a:lumMod val="75000"/>
                  </a:schemeClr>
                </a:solidFill>
              </a:rPr>
              <a:t> </a:t>
            </a:r>
            <a:r>
              <a:rPr lang="ru-RU" sz="2900" b="1" dirty="0" smtClean="0">
                <a:solidFill>
                  <a:schemeClr val="tx2">
                    <a:lumMod val="75000"/>
                  </a:schemeClr>
                </a:solidFill>
              </a:rPr>
              <a:t>Не </a:t>
            </a:r>
            <a:r>
              <a:rPr lang="uk-UA" sz="2900" b="1" dirty="0" smtClean="0">
                <a:solidFill>
                  <a:schemeClr val="tx2">
                    <a:lumMod val="75000"/>
                  </a:schemeClr>
                </a:solidFill>
              </a:rPr>
              <a:t>обговорювати </a:t>
            </a:r>
            <a:r>
              <a:rPr lang="ru-RU" sz="2900" b="1" dirty="0" smtClean="0">
                <a:solidFill>
                  <a:schemeClr val="tx2">
                    <a:lumMod val="75000"/>
                  </a:schemeClr>
                </a:solidFill>
              </a:rPr>
              <a:t>вчителям на онлайн-уроках  переживання дітей та їх пережитий досвід, пов'язаний з  воєнними подіями.</a:t>
            </a:r>
          </a:p>
          <a:p>
            <a:pPr algn="ctr">
              <a:buNone/>
            </a:pPr>
            <a:r>
              <a:rPr lang="uk-UA" sz="2900" b="1" dirty="0" smtClean="0">
                <a:solidFill>
                  <a:schemeClr val="tx2">
                    <a:lumMod val="75000"/>
                  </a:schemeClr>
                </a:solidFill>
              </a:rPr>
              <a:t>3. Які відчуття, емоції варто прийняти, перетворити, подарувати? </a:t>
            </a:r>
            <a:r>
              <a:rPr lang="ru-RU" sz="2900" b="1" dirty="0" smtClean="0">
                <a:solidFill>
                  <a:schemeClr val="tx2">
                    <a:lumMod val="75000"/>
                  </a:schemeClr>
                </a:solidFill>
              </a:rPr>
              <a:t>«Я розумію, що тобі було (є) дуже важко», «Я бачу, що ти хвилюєшся за батька, який захищає нашу країну»…</a:t>
            </a:r>
          </a:p>
          <a:p>
            <a:pPr marL="114300" indent="0" algn="ctr">
              <a:buNone/>
            </a:pPr>
            <a:r>
              <a:rPr lang="uk-UA" sz="2900" b="1" dirty="0" smtClean="0">
                <a:solidFill>
                  <a:schemeClr val="tx2">
                    <a:lumMod val="75000"/>
                  </a:schemeClr>
                </a:solidFill>
              </a:rPr>
              <a:t>    Плед, чай, плюшевий ведмедик. обійми себе…</a:t>
            </a:r>
          </a:p>
          <a:p>
            <a:pPr algn="ctr">
              <a:buNone/>
            </a:pPr>
            <a:endParaRPr lang="uk-UA"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05C4D5E-DC76-4E0B-B94A-0C6199ACDD4A}"/>
              </a:ext>
            </a:extLst>
          </p:cNvPr>
          <p:cNvSpPr>
            <a:spLocks noGrp="1"/>
          </p:cNvSpPr>
          <p:nvPr>
            <p:ph type="title"/>
          </p:nvPr>
        </p:nvSpPr>
        <p:spPr/>
        <p:txBody>
          <a:bodyPr>
            <a:noAutofit/>
          </a:bodyPr>
          <a:lstStyle/>
          <a:p>
            <a:r>
              <a:rPr lang="uk-UA" sz="2800" b="1" i="1" dirty="0" smtClean="0">
                <a:solidFill>
                  <a:schemeClr val="tx2">
                    <a:lumMod val="75000"/>
                  </a:schemeClr>
                </a:solidFill>
              </a:rPr>
              <a:t>Маршрут до саморозвиненої особистості .</a:t>
            </a:r>
            <a:br>
              <a:rPr lang="uk-UA" sz="2800" b="1" i="1" dirty="0" smtClean="0">
                <a:solidFill>
                  <a:schemeClr val="tx2">
                    <a:lumMod val="75000"/>
                  </a:schemeClr>
                </a:solidFill>
              </a:rPr>
            </a:br>
            <a:r>
              <a:rPr lang="uk-UA" sz="2800" b="1" i="1" dirty="0" smtClean="0">
                <a:solidFill>
                  <a:schemeClr val="tx2">
                    <a:lumMod val="75000"/>
                  </a:schemeClr>
                </a:solidFill>
              </a:rPr>
              <a:t>Робота з учасниками навчально-виховного процесу:</a:t>
            </a:r>
            <a:endParaRPr lang="uk-UA" sz="2800" b="1" i="1" dirty="0">
              <a:solidFill>
                <a:schemeClr val="tx2">
                  <a:lumMod val="75000"/>
                </a:schemeClr>
              </a:solidFill>
            </a:endParaRPr>
          </a:p>
        </p:txBody>
      </p:sp>
      <p:pic>
        <p:nvPicPr>
          <p:cNvPr id="10242" name="Picture 2" descr="C:\Users\user\Desktop\Без названия.jpg"/>
          <p:cNvPicPr>
            <a:picLocks noGrp="1" noChangeAspect="1" noChangeArrowheads="1"/>
          </p:cNvPicPr>
          <p:nvPr>
            <p:ph sz="half" idx="2"/>
          </p:nvPr>
        </p:nvPicPr>
        <p:blipFill>
          <a:blip r:embed="rId2"/>
          <a:srcRect/>
          <a:stretch>
            <a:fillRect/>
          </a:stretch>
        </p:blipFill>
        <p:spPr bwMode="auto">
          <a:xfrm>
            <a:off x="614597" y="1349115"/>
            <a:ext cx="5261547" cy="2384359"/>
          </a:xfrm>
          <a:prstGeom prst="rect">
            <a:avLst/>
          </a:prstGeom>
          <a:noFill/>
        </p:spPr>
      </p:pic>
      <p:pic>
        <p:nvPicPr>
          <p:cNvPr id="10243" name="Picture 3" descr="C:\Users\user\Desktop\Без названия (2).jpg"/>
          <p:cNvPicPr>
            <a:picLocks noGrp="1" noChangeAspect="1" noChangeArrowheads="1"/>
          </p:cNvPicPr>
          <p:nvPr>
            <p:ph sz="half" idx="2"/>
          </p:nvPr>
        </p:nvPicPr>
        <p:blipFill>
          <a:blip r:embed="rId3"/>
          <a:srcRect/>
          <a:stretch>
            <a:fillRect/>
          </a:stretch>
        </p:blipFill>
        <p:spPr bwMode="auto">
          <a:xfrm>
            <a:off x="6250898" y="1304144"/>
            <a:ext cx="5411450" cy="2383436"/>
          </a:xfrm>
          <a:prstGeom prst="rect">
            <a:avLst/>
          </a:prstGeom>
          <a:noFill/>
        </p:spPr>
      </p:pic>
      <p:pic>
        <p:nvPicPr>
          <p:cNvPr id="10244" name="Picture 4" descr="C:\Users\user\Desktop\Без названия (1).jpg"/>
          <p:cNvPicPr>
            <a:picLocks noGrp="1" noChangeAspect="1" noChangeArrowheads="1"/>
          </p:cNvPicPr>
          <p:nvPr>
            <p:ph sz="half" idx="2"/>
          </p:nvPr>
        </p:nvPicPr>
        <p:blipFill>
          <a:blip r:embed="rId4"/>
          <a:srcRect/>
          <a:stretch>
            <a:fillRect/>
          </a:stretch>
        </p:blipFill>
        <p:spPr bwMode="auto">
          <a:xfrm>
            <a:off x="644577" y="3972393"/>
            <a:ext cx="5261548" cy="2488367"/>
          </a:xfrm>
          <a:prstGeom prst="rect">
            <a:avLst/>
          </a:prstGeom>
          <a:noFill/>
        </p:spPr>
      </p:pic>
      <p:pic>
        <p:nvPicPr>
          <p:cNvPr id="10245" name="Picture 5" descr="C:\Users\user\Desktop\Без названия (3).jpg"/>
          <p:cNvPicPr>
            <a:picLocks noGrp="1" noChangeAspect="1" noChangeArrowheads="1"/>
          </p:cNvPicPr>
          <p:nvPr>
            <p:ph sz="half" idx="2"/>
          </p:nvPr>
        </p:nvPicPr>
        <p:blipFill>
          <a:blip r:embed="rId5"/>
          <a:srcRect/>
          <a:stretch>
            <a:fillRect/>
          </a:stretch>
        </p:blipFill>
        <p:spPr bwMode="auto">
          <a:xfrm>
            <a:off x="6355829" y="3927423"/>
            <a:ext cx="5426439" cy="2518347"/>
          </a:xfrm>
          <a:prstGeom prst="rect">
            <a:avLst/>
          </a:prstGeom>
          <a:noFill/>
        </p:spPr>
      </p:pic>
      <p:pic>
        <p:nvPicPr>
          <p:cNvPr id="10246" name="Picture 6" descr="C:\Users\user\Desktop\Без названия (4).jpg"/>
          <p:cNvPicPr>
            <a:picLocks noChangeAspect="1" noChangeArrowheads="1"/>
          </p:cNvPicPr>
          <p:nvPr/>
        </p:nvPicPr>
        <p:blipFill>
          <a:blip r:embed="rId6"/>
          <a:srcRect/>
          <a:stretch>
            <a:fillRect/>
          </a:stretch>
        </p:blipFill>
        <p:spPr bwMode="auto">
          <a:xfrm>
            <a:off x="4667250" y="2628899"/>
            <a:ext cx="2857500" cy="2078011"/>
          </a:xfrm>
          <a:prstGeom prst="rect">
            <a:avLst/>
          </a:prstGeom>
          <a:noFill/>
        </p:spPr>
      </p:pic>
    </p:spTree>
    <p:extLst>
      <p:ext uri="{BB962C8B-B14F-4D97-AF65-F5344CB8AC3E}">
        <p14:creationId xmlns:p14="http://schemas.microsoft.com/office/powerpoint/2010/main" val="60346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05C4D5E-DC76-4E0B-B94A-0C6199ACDD4A}"/>
              </a:ext>
            </a:extLst>
          </p:cNvPr>
          <p:cNvSpPr>
            <a:spLocks noGrp="1"/>
          </p:cNvSpPr>
          <p:nvPr>
            <p:ph type="title"/>
          </p:nvPr>
        </p:nvSpPr>
        <p:spPr/>
        <p:txBody>
          <a:bodyPr>
            <a:noAutofit/>
          </a:bodyPr>
          <a:lstStyle/>
          <a:p>
            <a:r>
              <a:rPr lang="uk-UA" sz="4000" b="1" i="1" dirty="0" smtClean="0">
                <a:solidFill>
                  <a:schemeClr val="tx2">
                    <a:lumMod val="75000"/>
                  </a:schemeClr>
                </a:solidFill>
              </a:rPr>
              <a:t>Саморозвиток</a:t>
            </a:r>
            <a:endParaRPr lang="uk-UA" sz="4000" b="1" i="1" dirty="0">
              <a:solidFill>
                <a:schemeClr val="tx2">
                  <a:lumMod val="75000"/>
                </a:schemeClr>
              </a:solidFill>
            </a:endParaRPr>
          </a:p>
        </p:txBody>
      </p:sp>
      <p:sp>
        <p:nvSpPr>
          <p:cNvPr id="7" name="Содержимое 6"/>
          <p:cNvSpPr>
            <a:spLocks noGrp="1"/>
          </p:cNvSpPr>
          <p:nvPr>
            <p:ph sz="half" idx="2"/>
          </p:nvPr>
        </p:nvSpPr>
        <p:spPr/>
        <p:txBody>
          <a:bodyPr/>
          <a:lstStyle/>
          <a:p>
            <a:endParaRPr lang="uk-UA" dirty="0"/>
          </a:p>
        </p:txBody>
      </p:sp>
      <p:sp>
        <p:nvSpPr>
          <p:cNvPr id="8" name="Содержимое 7"/>
          <p:cNvSpPr>
            <a:spLocks noGrp="1"/>
          </p:cNvSpPr>
          <p:nvPr>
            <p:ph sz="half" idx="2"/>
          </p:nvPr>
        </p:nvSpPr>
        <p:spPr/>
        <p:txBody>
          <a:bodyPr/>
          <a:lstStyle/>
          <a:p>
            <a:endParaRPr lang="uk-UA"/>
          </a:p>
        </p:txBody>
      </p:sp>
      <p:sp>
        <p:nvSpPr>
          <p:cNvPr id="10" name="Содержимое 9"/>
          <p:cNvSpPr>
            <a:spLocks noGrp="1"/>
          </p:cNvSpPr>
          <p:nvPr>
            <p:ph sz="half" idx="2"/>
          </p:nvPr>
        </p:nvSpPr>
        <p:spPr>
          <a:xfrm>
            <a:off x="884420" y="1600201"/>
            <a:ext cx="5336498" cy="4525963"/>
          </a:xfrm>
        </p:spPr>
        <p:txBody>
          <a:bodyPr>
            <a:normAutofit/>
          </a:bodyPr>
          <a:lstStyle/>
          <a:p>
            <a:pPr algn="ctr">
              <a:spcAft>
                <a:spcPts val="0"/>
              </a:spcAft>
            </a:pPr>
            <a:endParaRPr lang="ru-RU" sz="3200" b="1" i="1" dirty="0" smtClean="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algn="ctr">
              <a:spcAft>
                <a:spcPts val="0"/>
              </a:spcAft>
              <a:buFont typeface="Wingdings" pitchFamily="2" charset="2"/>
              <a:buChar char="ü"/>
            </a:pPr>
            <a:r>
              <a:rPr lang="uk-UA" sz="3200" b="1" i="1" dirty="0" smtClean="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Чи маєте ви свою систему саморозвитку?</a:t>
            </a:r>
          </a:p>
          <a:p>
            <a:pPr algn="ctr">
              <a:spcAft>
                <a:spcPts val="0"/>
              </a:spcAft>
              <a:buFont typeface="Wingdings" pitchFamily="2" charset="2"/>
              <a:buChar char="ü"/>
            </a:pPr>
            <a:r>
              <a:rPr lang="uk-UA" sz="3200" b="1" i="1" dirty="0" smtClean="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Які риси і особистісні якості ви хотіли б у собі розвинути?</a:t>
            </a:r>
          </a:p>
          <a:p>
            <a:pPr algn="ctr">
              <a:spcAft>
                <a:spcPts val="0"/>
              </a:spcAft>
              <a:buFont typeface="Wingdings" pitchFamily="2" charset="2"/>
              <a:buChar char="ü"/>
            </a:pPr>
            <a:r>
              <a:rPr lang="uk-UA" sz="3200" b="1" i="1" dirty="0" smtClean="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Які вади ви хотіли б подолати?</a:t>
            </a:r>
          </a:p>
          <a:p>
            <a:endParaRPr lang="uk-UA" sz="3200" dirty="0">
              <a:solidFill>
                <a:schemeClr val="tx2">
                  <a:lumMod val="75000"/>
                </a:schemeClr>
              </a:solidFill>
            </a:endParaRPr>
          </a:p>
        </p:txBody>
      </p:sp>
      <p:pic>
        <p:nvPicPr>
          <p:cNvPr id="12" name="Рисунок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783830" cy="1873770"/>
          </a:xfrm>
          <a:prstGeom prst="rect">
            <a:avLst/>
          </a:prstGeom>
        </p:spPr>
      </p:pic>
      <p:pic>
        <p:nvPicPr>
          <p:cNvPr id="13" name="Содержимое 12"/>
          <p:cNvPicPr>
            <a:picLocks noGrp="1" noChangeAspect="1"/>
          </p:cNvPicPr>
          <p:nvPr>
            <p:ph sz="half" idx="2"/>
          </p:nvPr>
        </p:nvPicPr>
        <p:blipFill>
          <a:blip r:embed="rId3"/>
          <a:stretch>
            <a:fillRect/>
          </a:stretch>
        </p:blipFill>
        <p:spPr>
          <a:xfrm>
            <a:off x="6235907" y="1618938"/>
            <a:ext cx="5381469" cy="4586990"/>
          </a:xfrm>
          <a:prstGeom prst="rect">
            <a:avLst/>
          </a:prstGeom>
        </p:spPr>
      </p:pic>
    </p:spTree>
    <p:extLst>
      <p:ext uri="{BB962C8B-B14F-4D97-AF65-F5344CB8AC3E}">
        <p14:creationId xmlns:p14="http://schemas.microsoft.com/office/powerpoint/2010/main" val="60346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dirty="0"/>
          </a:p>
        </p:txBody>
      </p:sp>
      <p:sp>
        <p:nvSpPr>
          <p:cNvPr id="3" name="Объект 2"/>
          <p:cNvSpPr>
            <a:spLocks noGrp="1"/>
          </p:cNvSpPr>
          <p:nvPr>
            <p:ph sz="half" idx="1"/>
          </p:nvPr>
        </p:nvSpPr>
        <p:spPr>
          <a:xfrm>
            <a:off x="609600" y="1600201"/>
            <a:ext cx="11460480" cy="4525963"/>
          </a:xfrm>
        </p:spPr>
        <p:txBody>
          <a:bodyPr/>
          <a:lstStyle/>
          <a:p>
            <a:endParaRPr lang="uk-UA" dirty="0" smtClean="0"/>
          </a:p>
          <a:p>
            <a:endParaRPr lang="uk-UA" dirty="0"/>
          </a:p>
          <a:p>
            <a:pPr algn="ctr"/>
            <a:endParaRPr lang="uk-UA" b="1" dirty="0" smtClean="0">
              <a:latin typeface="Times New Roman" panose="02020603050405020304" pitchFamily="18" charset="0"/>
              <a:cs typeface="Times New Roman" panose="02020603050405020304" pitchFamily="18" charset="0"/>
            </a:endParaRPr>
          </a:p>
          <a:p>
            <a:pPr marL="0" indent="0" algn="ctr">
              <a:buNone/>
            </a:pPr>
            <a:r>
              <a:rPr lang="uk-UA" b="1" smtClean="0">
                <a:latin typeface="Times New Roman" panose="02020603050405020304" pitchFamily="18" charset="0"/>
                <a:cs typeface="Times New Roman" panose="02020603050405020304" pitchFamily="18" charset="0"/>
              </a:rPr>
              <a:t>Теорі</a:t>
            </a:r>
            <a:r>
              <a:rPr lang="uk-UA" b="1">
                <a:latin typeface="Times New Roman" panose="02020603050405020304" pitchFamily="18" charset="0"/>
                <a:cs typeface="Times New Roman" panose="02020603050405020304" pitchFamily="18" charset="0"/>
              </a:rPr>
              <a:t>ї</a:t>
            </a:r>
            <a:r>
              <a:rPr lang="uk-UA" b="1" smtClean="0">
                <a:latin typeface="Times New Roman" panose="02020603050405020304" pitchFamily="18" charset="0"/>
                <a:cs typeface="Times New Roman" panose="02020603050405020304" pitchFamily="18" charset="0"/>
              </a:rPr>
              <a:t> </a:t>
            </a:r>
            <a:r>
              <a:rPr lang="uk-UA" b="1" dirty="0" smtClean="0">
                <a:latin typeface="Times New Roman" panose="02020603050405020304" pitchFamily="18" charset="0"/>
                <a:cs typeface="Times New Roman" panose="02020603050405020304" pitchFamily="18" charset="0"/>
              </a:rPr>
              <a:t>розвитку особистості</a:t>
            </a:r>
            <a:endParaRPr lang="uk-UA"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8392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a:t>Теорії біологічного розвитку</a:t>
            </a:r>
            <a:br>
              <a:rPr lang="uk-UA" dirty="0"/>
            </a:br>
            <a:endParaRPr lang="uk-UA" dirty="0"/>
          </a:p>
        </p:txBody>
      </p:sp>
      <p:sp>
        <p:nvSpPr>
          <p:cNvPr id="3" name="Объект 2"/>
          <p:cNvSpPr>
            <a:spLocks noGrp="1"/>
          </p:cNvSpPr>
          <p:nvPr>
            <p:ph sz="half" idx="1"/>
          </p:nvPr>
        </p:nvSpPr>
        <p:spPr>
          <a:xfrm>
            <a:off x="609599" y="1600201"/>
            <a:ext cx="11136923" cy="4525963"/>
          </a:xfrm>
        </p:spPr>
        <p:txBody>
          <a:bodyPr>
            <a:normAutofit/>
          </a:bodyPr>
          <a:lstStyle/>
          <a:p>
            <a:r>
              <a:rPr lang="uk-UA" dirty="0" smtClean="0"/>
              <a:t>Теорія </a:t>
            </a:r>
            <a:r>
              <a:rPr lang="uk-UA" dirty="0"/>
              <a:t>Дарвіна: Основні рушійні сили еволюції — боротьба за існування та природний добір, що веде до пристосування організмів до умов довкілля. </a:t>
            </a:r>
          </a:p>
          <a:p>
            <a:r>
              <a:rPr lang="uk-UA" dirty="0"/>
              <a:t>Синтетична теорія еволюції: Розвиває ідеї Дарвіна, визначаючи мутації як головне джерело спадкової мінливості, а популяції — як елементарні одиниці еволюції. </a:t>
            </a:r>
          </a:p>
        </p:txBody>
      </p:sp>
    </p:spTree>
    <p:extLst>
      <p:ext uri="{BB962C8B-B14F-4D97-AF65-F5344CB8AC3E}">
        <p14:creationId xmlns:p14="http://schemas.microsoft.com/office/powerpoint/2010/main" val="1651534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a:t>Теорії розвитку особистості</a:t>
            </a:r>
            <a:br>
              <a:rPr lang="uk-UA" dirty="0"/>
            </a:br>
            <a:endParaRPr lang="uk-UA" dirty="0"/>
          </a:p>
        </p:txBody>
      </p:sp>
      <p:sp>
        <p:nvSpPr>
          <p:cNvPr id="3" name="Объект 2"/>
          <p:cNvSpPr>
            <a:spLocks noGrp="1"/>
          </p:cNvSpPr>
          <p:nvPr>
            <p:ph sz="half" idx="1"/>
          </p:nvPr>
        </p:nvSpPr>
        <p:spPr>
          <a:xfrm>
            <a:off x="609600" y="1600201"/>
            <a:ext cx="11390142" cy="4525963"/>
          </a:xfrm>
        </p:spPr>
        <p:txBody>
          <a:bodyPr>
            <a:normAutofit lnSpcReduction="10000"/>
          </a:bodyPr>
          <a:lstStyle/>
          <a:p>
            <a:r>
              <a:rPr lang="uk-UA" dirty="0" err="1" smtClean="0"/>
              <a:t>Психодинамічна</a:t>
            </a:r>
            <a:r>
              <a:rPr lang="uk-UA" dirty="0" smtClean="0"/>
              <a:t> </a:t>
            </a:r>
            <a:r>
              <a:rPr lang="uk-UA" dirty="0"/>
              <a:t>теорія: Фокусується на ролі несвідомих процесів та дитячого досвіду у формуванні особистості. </a:t>
            </a:r>
          </a:p>
          <a:p>
            <a:r>
              <a:rPr lang="uk-UA" dirty="0"/>
              <a:t>Гуманістична теорія: Підкреслює самореалізацію, вільну волю та внутрішній потенціал людини. </a:t>
            </a:r>
          </a:p>
          <a:p>
            <a:r>
              <a:rPr lang="uk-UA" dirty="0"/>
              <a:t>Когнітивна теорія: Досліджує, як мислення, пам'ять та інші когнітивні процеси впливають на розвиток особистості. </a:t>
            </a:r>
          </a:p>
          <a:p>
            <a:r>
              <a:rPr lang="uk-UA" dirty="0"/>
              <a:t>Поведінкова теорія: Розглядає розвиток як результат навчання через досвід, підкріплення та наслідки поведінки. </a:t>
            </a:r>
          </a:p>
          <a:p>
            <a:r>
              <a:rPr lang="uk-UA" dirty="0"/>
              <a:t>Соціокультурна теорія (Виготський): Наголошує на значному впливі культури та соціального середовища на когнітивний розвиток дитини. </a:t>
            </a:r>
          </a:p>
          <a:p>
            <a:endParaRPr lang="uk-UA" dirty="0"/>
          </a:p>
        </p:txBody>
      </p:sp>
    </p:spTree>
    <p:extLst>
      <p:ext uri="{BB962C8B-B14F-4D97-AF65-F5344CB8AC3E}">
        <p14:creationId xmlns:p14="http://schemas.microsoft.com/office/powerpoint/2010/main" val="1109746082"/>
      </p:ext>
    </p:extLst>
  </p:cSld>
  <p:clrMapOvr>
    <a:masterClrMapping/>
  </p:clrMapOvr>
</p:sld>
</file>

<file path=ppt/theme/theme1.xml><?xml version="1.0" encoding="utf-8"?>
<a:theme xmlns:a="http://schemas.openxmlformats.org/drawingml/2006/main" name="La ment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TM02474572[[fn=Медицинский шаблон оформления]]</Template>
  <TotalTime>1222</TotalTime>
  <Words>2463</Words>
  <Application>Microsoft Office PowerPoint</Application>
  <PresentationFormat>Широкоэкранный</PresentationFormat>
  <Paragraphs>337</Paragraphs>
  <Slides>42</Slides>
  <Notes>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42</vt:i4>
      </vt:variant>
    </vt:vector>
  </HeadingPairs>
  <TitlesOfParts>
    <vt:vector size="52" baseType="lpstr">
      <vt:lpstr>Arial Unicode MS</vt:lpstr>
      <vt:lpstr>맑은 고딕</vt:lpstr>
      <vt:lpstr>Aparajita</vt:lpstr>
      <vt:lpstr>Arial</vt:lpstr>
      <vt:lpstr>Calibri</vt:lpstr>
      <vt:lpstr>Impact</vt:lpstr>
      <vt:lpstr>Tahoma</vt:lpstr>
      <vt:lpstr>Times New Roman</vt:lpstr>
      <vt:lpstr>Wingdings</vt:lpstr>
      <vt:lpstr>La mente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Маршрут до саморозвиненої особистості:  діагностичний мінімум </vt:lpstr>
      <vt:lpstr>Типи соціальної взаємодії за Робертом Парком </vt:lpstr>
      <vt:lpstr>Для визначення схильності людини до тих чи інших типів взаємодії використовують такі методи:  Анкети та опитувальники: спрямовані на збір інформації про думки, ставлення та поведінку людини у різних соціальних ситуаціях</vt:lpstr>
      <vt:lpstr>Чи конфліктна Ви особистість?</vt:lpstr>
      <vt:lpstr>Презентация PowerPoint</vt:lpstr>
      <vt:lpstr>Ключ до тесту </vt:lpstr>
      <vt:lpstr>Ключ до тесту</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Маршрут до саморозвиненої особистості  Робота з батьками: “ Рекомендації ” , “ Участь у тренінгах ” </vt:lpstr>
      <vt:lpstr>Маршрут до саморозвиненої особистості  Робота з батьками: “ Рекомендації ” , “ Участь у тренінгах ” </vt:lpstr>
      <vt:lpstr>Маршрут до саморозвиненої особистості  Робота з вчителями: “ Щоденник для свідомих класних керівників “ </vt:lpstr>
      <vt:lpstr>Маршрут до саморозвиненої особистості  Робота з вчителями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Робота з вчителями: “  Рекомендації за результатами тестувань ”  </vt:lpstr>
      <vt:lpstr>Маршрут до саморозвиненої особистості . Робота з учасниками навчально-виховного процесу:</vt:lpstr>
      <vt:lpstr>Саморозвиток</vt:lpstr>
      <vt:lpstr>Презентация PowerPoint</vt:lpstr>
      <vt:lpstr>Теорії біологічного розвитку </vt:lpstr>
      <vt:lpstr>Теорії розвитку особистості </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Саморазвитие личности</dc:title>
  <dc:creator>Пользователь</dc:creator>
  <cp:lastModifiedBy>User</cp:lastModifiedBy>
  <cp:revision>103</cp:revision>
  <dcterms:created xsi:type="dcterms:W3CDTF">2017-03-26T09:01:29Z</dcterms:created>
  <dcterms:modified xsi:type="dcterms:W3CDTF">2025-09-25T10:18:06Z</dcterms:modified>
</cp:coreProperties>
</file>