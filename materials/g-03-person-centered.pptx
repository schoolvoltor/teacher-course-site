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60" r:id="rId3"/>
    <p:sldId id="275" r:id="rId4"/>
    <p:sldId id="274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71" r:id="rId14"/>
    <p:sldId id="272" r:id="rId15"/>
    <p:sldId id="270" r:id="rId16"/>
    <p:sldId id="269" r:id="rId17"/>
    <p:sldId id="273" r:id="rId1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5" autoAdjust="0"/>
    <p:restoredTop sz="94660"/>
  </p:normalViewPr>
  <p:slideViewPr>
    <p:cSldViewPr>
      <p:cViewPr varScale="1">
        <p:scale>
          <a:sx n="69" d="100"/>
          <a:sy n="69" d="100"/>
        </p:scale>
        <p:origin x="151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EB39D8-8641-4950-8491-FE43EA6CDAAE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/>
      <dgm:spPr/>
    </dgm:pt>
    <dgm:pt modelId="{BF2F72E1-1979-4A94-BC9E-132455AFEC9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Учень повинен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вміти</a:t>
          </a:r>
          <a:endParaRPr kumimoji="0" lang="ru-RU" altLang="uk-UA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2EB48823-2A1A-403D-B368-3EB4265E80D2}" type="parTrans" cxnId="{47198452-E0A8-4034-935C-83C6CF6FEDB3}">
      <dgm:prSet/>
      <dgm:spPr/>
    </dgm:pt>
    <dgm:pt modelId="{F5F62771-439A-4563-B3D7-52A18069E670}" type="sibTrans" cxnId="{47198452-E0A8-4034-935C-83C6CF6FEDB3}">
      <dgm:prSet/>
      <dgm:spPr/>
    </dgm:pt>
    <dgm:pt modelId="{B586B6D8-41B5-401E-B32A-6F08D594C4F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Самостійно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набувати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нові знання</a:t>
          </a:r>
          <a:endParaRPr kumimoji="0" lang="ru-RU" altLang="uk-UA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C8E271C5-7C97-4598-A13F-3E5F553ADAFB}" type="parTrans" cxnId="{AC7FC852-A989-4B70-9EE1-179D8092E924}">
      <dgm:prSet/>
      <dgm:spPr/>
      <dgm:t>
        <a:bodyPr/>
        <a:lstStyle/>
        <a:p>
          <a:endParaRPr lang="ru-RU"/>
        </a:p>
      </dgm:t>
    </dgm:pt>
    <dgm:pt modelId="{A6648759-014A-444A-83C8-AE176F2F7B27}" type="sibTrans" cxnId="{AC7FC852-A989-4B70-9EE1-179D8092E924}">
      <dgm:prSet/>
      <dgm:spPr/>
    </dgm:pt>
    <dgm:pt modelId="{AF88EA3D-2E39-4E54-A454-589127E826B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Вміло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застосовувати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знання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на практиці</a:t>
          </a:r>
          <a:endParaRPr kumimoji="0" lang="ru-RU" altLang="uk-UA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FFE4ECB5-6E16-4201-9345-0D7605B494E6}" type="parTrans" cxnId="{BAB3EC7F-4454-4C91-9C65-4255D64677DB}">
      <dgm:prSet/>
      <dgm:spPr/>
      <dgm:t>
        <a:bodyPr/>
        <a:lstStyle/>
        <a:p>
          <a:endParaRPr lang="ru-RU"/>
        </a:p>
      </dgm:t>
    </dgm:pt>
    <dgm:pt modelId="{4567D248-4DC4-4082-8EC6-B74D17E3C658}" type="sibTrans" cxnId="{BAB3EC7F-4454-4C91-9C65-4255D64677DB}">
      <dgm:prSet/>
      <dgm:spPr/>
    </dgm:pt>
    <dgm:pt modelId="{967FBBA1-CE5B-4D5C-921F-B49A3B823868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Критично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мислити </a:t>
          </a:r>
          <a:endParaRPr kumimoji="0" lang="ru-RU" altLang="uk-UA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F0C7058B-303D-466D-B825-4785261439AE}" type="parTrans" cxnId="{964737FA-911C-4A9B-A810-A6D4628CB6A6}">
      <dgm:prSet/>
      <dgm:spPr/>
      <dgm:t>
        <a:bodyPr/>
        <a:lstStyle/>
        <a:p>
          <a:endParaRPr lang="ru-RU"/>
        </a:p>
      </dgm:t>
    </dgm:pt>
    <dgm:pt modelId="{6290DE4F-1976-41E9-8697-335B0C83F0A4}" type="sibTrans" cxnId="{964737FA-911C-4A9B-A810-A6D4628CB6A6}">
      <dgm:prSet/>
      <dgm:spPr/>
    </dgm:pt>
    <dgm:pt modelId="{7167E169-C2AE-423D-8056-C178F76A044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Бачити труднощі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і шукати шляхи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їх подолання </a:t>
          </a:r>
          <a:endParaRPr kumimoji="0" lang="ru-RU" altLang="uk-UA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0017AB8B-EBF5-4888-811C-07F23DC580A5}" type="parTrans" cxnId="{1956A823-A2EF-4369-9C10-3252EE27A1B0}">
      <dgm:prSet/>
      <dgm:spPr/>
      <dgm:t>
        <a:bodyPr/>
        <a:lstStyle/>
        <a:p>
          <a:endParaRPr lang="ru-RU"/>
        </a:p>
      </dgm:t>
    </dgm:pt>
    <dgm:pt modelId="{110DB536-E9F1-452F-8D3D-EDF057F915E2}" type="sibTrans" cxnId="{1956A823-A2EF-4369-9C10-3252EE27A1B0}">
      <dgm:prSet/>
      <dgm:spPr/>
    </dgm:pt>
    <dgm:pt modelId="{348C0E49-B617-4940-95C3-C6FCCBCDBBB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Бути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комунікабельним </a:t>
          </a:r>
          <a:endParaRPr kumimoji="0" lang="ru-RU" altLang="uk-UA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A33C496D-8D96-4B3E-8396-E88AB5926C7E}" type="parTrans" cxnId="{08ECE63E-555D-408C-B7FE-0D2777E227FA}">
      <dgm:prSet/>
      <dgm:spPr/>
      <dgm:t>
        <a:bodyPr/>
        <a:lstStyle/>
        <a:p>
          <a:endParaRPr lang="ru-RU"/>
        </a:p>
      </dgm:t>
    </dgm:pt>
    <dgm:pt modelId="{DC8D25EB-FFA6-4807-ABB1-E90498F35290}" type="sibTrans" cxnId="{08ECE63E-555D-408C-B7FE-0D2777E227FA}">
      <dgm:prSet/>
      <dgm:spPr/>
    </dgm:pt>
    <dgm:pt modelId="{FFAF378D-7C93-4FDF-956A-22559DF1B5E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Самостійно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працювати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над розвитком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власного інтелекту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</a:t>
          </a:r>
          <a:endParaRPr kumimoji="0" lang="ru-RU" altLang="uk-UA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gm:t>
    </dgm:pt>
    <dgm:pt modelId="{623C6DBF-B46D-4208-BFD1-285EFC434A21}" type="parTrans" cxnId="{F498E805-780C-402A-B922-4CDD68B22F34}">
      <dgm:prSet/>
      <dgm:spPr/>
      <dgm:t>
        <a:bodyPr/>
        <a:lstStyle/>
        <a:p>
          <a:endParaRPr lang="ru-RU"/>
        </a:p>
      </dgm:t>
    </dgm:pt>
    <dgm:pt modelId="{932EBC93-3F81-4A32-B1AA-368D71FCD7E2}" type="sibTrans" cxnId="{F498E805-780C-402A-B922-4CDD68B22F34}">
      <dgm:prSet/>
      <dgm:spPr/>
    </dgm:pt>
    <dgm:pt modelId="{CECF547C-3DC0-4082-B0E8-6D6B0A6AB3C2}" type="pres">
      <dgm:prSet presAssocID="{32EB39D8-8641-4950-8491-FE43EA6CDAA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ADEC775-5114-4DB7-A01C-381DDDF023B9}" type="pres">
      <dgm:prSet presAssocID="{BF2F72E1-1979-4A94-BC9E-132455AFEC9B}" presName="centerShape" presStyleLbl="node0" presStyleIdx="0" presStyleCnt="1"/>
      <dgm:spPr/>
    </dgm:pt>
    <dgm:pt modelId="{3665DC99-34F4-4561-ADC0-CD46090BFFB1}" type="pres">
      <dgm:prSet presAssocID="{C8E271C5-7C97-4598-A13F-3E5F553ADAFB}" presName="Name9" presStyleLbl="parChTrans1D2" presStyleIdx="0" presStyleCnt="6"/>
      <dgm:spPr/>
    </dgm:pt>
    <dgm:pt modelId="{668EDEED-9C35-40E2-9C3C-220880431748}" type="pres">
      <dgm:prSet presAssocID="{C8E271C5-7C97-4598-A13F-3E5F553ADAFB}" presName="connTx" presStyleLbl="parChTrans1D2" presStyleIdx="0" presStyleCnt="6"/>
      <dgm:spPr/>
    </dgm:pt>
    <dgm:pt modelId="{BF0A66E2-29FA-432F-9C9C-C16496F5C41A}" type="pres">
      <dgm:prSet presAssocID="{B586B6D8-41B5-401E-B32A-6F08D594C4F0}" presName="node" presStyleLbl="node1" presStyleIdx="0" presStyleCnt="6">
        <dgm:presLayoutVars>
          <dgm:bulletEnabled val="1"/>
        </dgm:presLayoutVars>
      </dgm:prSet>
      <dgm:spPr/>
    </dgm:pt>
    <dgm:pt modelId="{4A213785-A460-4990-BE75-1A9C05325BA1}" type="pres">
      <dgm:prSet presAssocID="{FFE4ECB5-6E16-4201-9345-0D7605B494E6}" presName="Name9" presStyleLbl="parChTrans1D2" presStyleIdx="1" presStyleCnt="6"/>
      <dgm:spPr/>
    </dgm:pt>
    <dgm:pt modelId="{34B665B7-31AC-434C-922E-52409E8CE1B9}" type="pres">
      <dgm:prSet presAssocID="{FFE4ECB5-6E16-4201-9345-0D7605B494E6}" presName="connTx" presStyleLbl="parChTrans1D2" presStyleIdx="1" presStyleCnt="6"/>
      <dgm:spPr/>
    </dgm:pt>
    <dgm:pt modelId="{4504C304-7B4F-46DA-A00E-9A3552B0C3F9}" type="pres">
      <dgm:prSet presAssocID="{AF88EA3D-2E39-4E54-A454-589127E826BD}" presName="node" presStyleLbl="node1" presStyleIdx="1" presStyleCnt="6">
        <dgm:presLayoutVars>
          <dgm:bulletEnabled val="1"/>
        </dgm:presLayoutVars>
      </dgm:prSet>
      <dgm:spPr/>
    </dgm:pt>
    <dgm:pt modelId="{99B13902-A3B0-4AB9-B1D9-8E1E50126C17}" type="pres">
      <dgm:prSet presAssocID="{F0C7058B-303D-466D-B825-4785261439AE}" presName="Name9" presStyleLbl="parChTrans1D2" presStyleIdx="2" presStyleCnt="6"/>
      <dgm:spPr/>
    </dgm:pt>
    <dgm:pt modelId="{FC329930-DBC4-4F0E-A7EC-8C5D1BC72640}" type="pres">
      <dgm:prSet presAssocID="{F0C7058B-303D-466D-B825-4785261439AE}" presName="connTx" presStyleLbl="parChTrans1D2" presStyleIdx="2" presStyleCnt="6"/>
      <dgm:spPr/>
    </dgm:pt>
    <dgm:pt modelId="{0C4FD59F-4AFE-464E-8E0C-4CB2D4C6416E}" type="pres">
      <dgm:prSet presAssocID="{967FBBA1-CE5B-4D5C-921F-B49A3B823868}" presName="node" presStyleLbl="node1" presStyleIdx="2" presStyleCnt="6">
        <dgm:presLayoutVars>
          <dgm:bulletEnabled val="1"/>
        </dgm:presLayoutVars>
      </dgm:prSet>
      <dgm:spPr/>
    </dgm:pt>
    <dgm:pt modelId="{890662DA-43AB-4846-B74C-218A6716521D}" type="pres">
      <dgm:prSet presAssocID="{0017AB8B-EBF5-4888-811C-07F23DC580A5}" presName="Name9" presStyleLbl="parChTrans1D2" presStyleIdx="3" presStyleCnt="6"/>
      <dgm:spPr/>
    </dgm:pt>
    <dgm:pt modelId="{4EDB2BD8-E84D-4710-B058-39BFAFBCDE0B}" type="pres">
      <dgm:prSet presAssocID="{0017AB8B-EBF5-4888-811C-07F23DC580A5}" presName="connTx" presStyleLbl="parChTrans1D2" presStyleIdx="3" presStyleCnt="6"/>
      <dgm:spPr/>
    </dgm:pt>
    <dgm:pt modelId="{1D27ACDD-E4E0-43C2-8BBB-0CED24068713}" type="pres">
      <dgm:prSet presAssocID="{7167E169-C2AE-423D-8056-C178F76A0440}" presName="node" presStyleLbl="node1" presStyleIdx="3" presStyleCnt="6">
        <dgm:presLayoutVars>
          <dgm:bulletEnabled val="1"/>
        </dgm:presLayoutVars>
      </dgm:prSet>
      <dgm:spPr/>
    </dgm:pt>
    <dgm:pt modelId="{9A6A8211-0765-4F00-B47C-4F90A0E00CB7}" type="pres">
      <dgm:prSet presAssocID="{A33C496D-8D96-4B3E-8396-E88AB5926C7E}" presName="Name9" presStyleLbl="parChTrans1D2" presStyleIdx="4" presStyleCnt="6"/>
      <dgm:spPr/>
    </dgm:pt>
    <dgm:pt modelId="{550EEEEB-157C-4BD4-B232-89DE679128D2}" type="pres">
      <dgm:prSet presAssocID="{A33C496D-8D96-4B3E-8396-E88AB5926C7E}" presName="connTx" presStyleLbl="parChTrans1D2" presStyleIdx="4" presStyleCnt="6"/>
      <dgm:spPr/>
    </dgm:pt>
    <dgm:pt modelId="{618AF7FB-BA7F-4654-94E7-6C27D3476093}" type="pres">
      <dgm:prSet presAssocID="{348C0E49-B617-4940-95C3-C6FCCBCDBBBB}" presName="node" presStyleLbl="node1" presStyleIdx="4" presStyleCnt="6">
        <dgm:presLayoutVars>
          <dgm:bulletEnabled val="1"/>
        </dgm:presLayoutVars>
      </dgm:prSet>
      <dgm:spPr/>
    </dgm:pt>
    <dgm:pt modelId="{BB78402B-B5DA-4045-A4FB-282CAE349AE9}" type="pres">
      <dgm:prSet presAssocID="{623C6DBF-B46D-4208-BFD1-285EFC434A21}" presName="Name9" presStyleLbl="parChTrans1D2" presStyleIdx="5" presStyleCnt="6"/>
      <dgm:spPr/>
    </dgm:pt>
    <dgm:pt modelId="{C03050AE-FBB6-4B62-87A9-92225AA3EF17}" type="pres">
      <dgm:prSet presAssocID="{623C6DBF-B46D-4208-BFD1-285EFC434A21}" presName="connTx" presStyleLbl="parChTrans1D2" presStyleIdx="5" presStyleCnt="6"/>
      <dgm:spPr/>
    </dgm:pt>
    <dgm:pt modelId="{5F444E72-C320-4300-A334-F0660F4B6C9E}" type="pres">
      <dgm:prSet presAssocID="{FFAF378D-7C93-4FDF-956A-22559DF1B5E5}" presName="node" presStyleLbl="node1" presStyleIdx="5" presStyleCnt="6">
        <dgm:presLayoutVars>
          <dgm:bulletEnabled val="1"/>
        </dgm:presLayoutVars>
      </dgm:prSet>
      <dgm:spPr/>
    </dgm:pt>
  </dgm:ptLst>
  <dgm:cxnLst>
    <dgm:cxn modelId="{76D8A3BF-B168-4760-84C4-DB16B74D7954}" type="presOf" srcId="{AF88EA3D-2E39-4E54-A454-589127E826BD}" destId="{4504C304-7B4F-46DA-A00E-9A3552B0C3F9}" srcOrd="0" destOrd="0" presId="urn:microsoft.com/office/officeart/2005/8/layout/radial1"/>
    <dgm:cxn modelId="{BAB3EC7F-4454-4C91-9C65-4255D64677DB}" srcId="{BF2F72E1-1979-4A94-BC9E-132455AFEC9B}" destId="{AF88EA3D-2E39-4E54-A454-589127E826BD}" srcOrd="1" destOrd="0" parTransId="{FFE4ECB5-6E16-4201-9345-0D7605B494E6}" sibTransId="{4567D248-4DC4-4082-8EC6-B74D17E3C658}"/>
    <dgm:cxn modelId="{EE1E0E5E-B22B-46DD-82E7-97D99EA01B5D}" type="presOf" srcId="{623C6DBF-B46D-4208-BFD1-285EFC434A21}" destId="{C03050AE-FBB6-4B62-87A9-92225AA3EF17}" srcOrd="1" destOrd="0" presId="urn:microsoft.com/office/officeart/2005/8/layout/radial1"/>
    <dgm:cxn modelId="{F498E805-780C-402A-B922-4CDD68B22F34}" srcId="{BF2F72E1-1979-4A94-BC9E-132455AFEC9B}" destId="{FFAF378D-7C93-4FDF-956A-22559DF1B5E5}" srcOrd="5" destOrd="0" parTransId="{623C6DBF-B46D-4208-BFD1-285EFC434A21}" sibTransId="{932EBC93-3F81-4A32-B1AA-368D71FCD7E2}"/>
    <dgm:cxn modelId="{7F128407-D210-45C7-8FDF-4777B84B9A16}" type="presOf" srcId="{A33C496D-8D96-4B3E-8396-E88AB5926C7E}" destId="{550EEEEB-157C-4BD4-B232-89DE679128D2}" srcOrd="1" destOrd="0" presId="urn:microsoft.com/office/officeart/2005/8/layout/radial1"/>
    <dgm:cxn modelId="{030FDBE9-71F3-4485-A55F-6C69C90885EC}" type="presOf" srcId="{B586B6D8-41B5-401E-B32A-6F08D594C4F0}" destId="{BF0A66E2-29FA-432F-9C9C-C16496F5C41A}" srcOrd="0" destOrd="0" presId="urn:microsoft.com/office/officeart/2005/8/layout/radial1"/>
    <dgm:cxn modelId="{C442EC6A-6CCD-4123-ABB5-D1FCE14DDD39}" type="presOf" srcId="{F0C7058B-303D-466D-B825-4785261439AE}" destId="{99B13902-A3B0-4AB9-B1D9-8E1E50126C17}" srcOrd="0" destOrd="0" presId="urn:microsoft.com/office/officeart/2005/8/layout/radial1"/>
    <dgm:cxn modelId="{08ECE63E-555D-408C-B7FE-0D2777E227FA}" srcId="{BF2F72E1-1979-4A94-BC9E-132455AFEC9B}" destId="{348C0E49-B617-4940-95C3-C6FCCBCDBBBB}" srcOrd="4" destOrd="0" parTransId="{A33C496D-8D96-4B3E-8396-E88AB5926C7E}" sibTransId="{DC8D25EB-FFA6-4807-ABB1-E90498F35290}"/>
    <dgm:cxn modelId="{26971664-C465-4F66-B496-870511D7AFA8}" type="presOf" srcId="{F0C7058B-303D-466D-B825-4785261439AE}" destId="{FC329930-DBC4-4F0E-A7EC-8C5D1BC72640}" srcOrd="1" destOrd="0" presId="urn:microsoft.com/office/officeart/2005/8/layout/radial1"/>
    <dgm:cxn modelId="{EBBD520C-B33F-4CD0-AA0B-EEAFA9029D53}" type="presOf" srcId="{0017AB8B-EBF5-4888-811C-07F23DC580A5}" destId="{4EDB2BD8-E84D-4710-B058-39BFAFBCDE0B}" srcOrd="1" destOrd="0" presId="urn:microsoft.com/office/officeart/2005/8/layout/radial1"/>
    <dgm:cxn modelId="{1956A823-A2EF-4369-9C10-3252EE27A1B0}" srcId="{BF2F72E1-1979-4A94-BC9E-132455AFEC9B}" destId="{7167E169-C2AE-423D-8056-C178F76A0440}" srcOrd="3" destOrd="0" parTransId="{0017AB8B-EBF5-4888-811C-07F23DC580A5}" sibTransId="{110DB536-E9F1-452F-8D3D-EDF057F915E2}"/>
    <dgm:cxn modelId="{97C631E6-A656-443D-A543-B2EBC9811F9F}" type="presOf" srcId="{BF2F72E1-1979-4A94-BC9E-132455AFEC9B}" destId="{9ADEC775-5114-4DB7-A01C-381DDDF023B9}" srcOrd="0" destOrd="0" presId="urn:microsoft.com/office/officeart/2005/8/layout/radial1"/>
    <dgm:cxn modelId="{AC7FC852-A989-4B70-9EE1-179D8092E924}" srcId="{BF2F72E1-1979-4A94-BC9E-132455AFEC9B}" destId="{B586B6D8-41B5-401E-B32A-6F08D594C4F0}" srcOrd="0" destOrd="0" parTransId="{C8E271C5-7C97-4598-A13F-3E5F553ADAFB}" sibTransId="{A6648759-014A-444A-83C8-AE176F2F7B27}"/>
    <dgm:cxn modelId="{2F623C24-E5D0-41E2-99CE-CF48C9D361B9}" type="presOf" srcId="{7167E169-C2AE-423D-8056-C178F76A0440}" destId="{1D27ACDD-E4E0-43C2-8BBB-0CED24068713}" srcOrd="0" destOrd="0" presId="urn:microsoft.com/office/officeart/2005/8/layout/radial1"/>
    <dgm:cxn modelId="{4577028E-8CC3-4D55-82CE-92688AEEA3EA}" type="presOf" srcId="{623C6DBF-B46D-4208-BFD1-285EFC434A21}" destId="{BB78402B-B5DA-4045-A4FB-282CAE349AE9}" srcOrd="0" destOrd="0" presId="urn:microsoft.com/office/officeart/2005/8/layout/radial1"/>
    <dgm:cxn modelId="{700EB945-20A6-4EAB-A493-1016E4A856A3}" type="presOf" srcId="{C8E271C5-7C97-4598-A13F-3E5F553ADAFB}" destId="{3665DC99-34F4-4561-ADC0-CD46090BFFB1}" srcOrd="0" destOrd="0" presId="urn:microsoft.com/office/officeart/2005/8/layout/radial1"/>
    <dgm:cxn modelId="{8752CCEB-D26C-47FC-A39A-E8C93AD44473}" type="presOf" srcId="{FFE4ECB5-6E16-4201-9345-0D7605B494E6}" destId="{34B665B7-31AC-434C-922E-52409E8CE1B9}" srcOrd="1" destOrd="0" presId="urn:microsoft.com/office/officeart/2005/8/layout/radial1"/>
    <dgm:cxn modelId="{84551C69-6E8B-4931-A766-9685B9CDE3D4}" type="presOf" srcId="{967FBBA1-CE5B-4D5C-921F-B49A3B823868}" destId="{0C4FD59F-4AFE-464E-8E0C-4CB2D4C6416E}" srcOrd="0" destOrd="0" presId="urn:microsoft.com/office/officeart/2005/8/layout/radial1"/>
    <dgm:cxn modelId="{5F5869D4-651B-42F0-A6CD-F7EC54452ABF}" type="presOf" srcId="{0017AB8B-EBF5-4888-811C-07F23DC580A5}" destId="{890662DA-43AB-4846-B74C-218A6716521D}" srcOrd="0" destOrd="0" presId="urn:microsoft.com/office/officeart/2005/8/layout/radial1"/>
    <dgm:cxn modelId="{F1DEC1F6-0031-46F2-901B-B76AE17AB7A3}" type="presOf" srcId="{FFAF378D-7C93-4FDF-956A-22559DF1B5E5}" destId="{5F444E72-C320-4300-A334-F0660F4B6C9E}" srcOrd="0" destOrd="0" presId="urn:microsoft.com/office/officeart/2005/8/layout/radial1"/>
    <dgm:cxn modelId="{A51C3A3C-B7BB-4CDF-A09F-039CC5FDBDCF}" type="presOf" srcId="{FFE4ECB5-6E16-4201-9345-0D7605B494E6}" destId="{4A213785-A460-4990-BE75-1A9C05325BA1}" srcOrd="0" destOrd="0" presId="urn:microsoft.com/office/officeart/2005/8/layout/radial1"/>
    <dgm:cxn modelId="{8BB13FD8-3FE0-4A39-80F7-9F66E3FB80D9}" type="presOf" srcId="{C8E271C5-7C97-4598-A13F-3E5F553ADAFB}" destId="{668EDEED-9C35-40E2-9C3C-220880431748}" srcOrd="1" destOrd="0" presId="urn:microsoft.com/office/officeart/2005/8/layout/radial1"/>
    <dgm:cxn modelId="{46484C6E-02A6-4FF9-9B7C-46A0FC2B443B}" type="presOf" srcId="{A33C496D-8D96-4B3E-8396-E88AB5926C7E}" destId="{9A6A8211-0765-4F00-B47C-4F90A0E00CB7}" srcOrd="0" destOrd="0" presId="urn:microsoft.com/office/officeart/2005/8/layout/radial1"/>
    <dgm:cxn modelId="{97433C3F-CA70-422B-9EAE-FCD3A4065CDF}" type="presOf" srcId="{32EB39D8-8641-4950-8491-FE43EA6CDAAE}" destId="{CECF547C-3DC0-4082-B0E8-6D6B0A6AB3C2}" srcOrd="0" destOrd="0" presId="urn:microsoft.com/office/officeart/2005/8/layout/radial1"/>
    <dgm:cxn modelId="{47198452-E0A8-4034-935C-83C6CF6FEDB3}" srcId="{32EB39D8-8641-4950-8491-FE43EA6CDAAE}" destId="{BF2F72E1-1979-4A94-BC9E-132455AFEC9B}" srcOrd="0" destOrd="0" parTransId="{2EB48823-2A1A-403D-B368-3EB4265E80D2}" sibTransId="{F5F62771-439A-4563-B3D7-52A18069E670}"/>
    <dgm:cxn modelId="{0DC982F4-D81B-4C86-B061-E53AF3D85619}" type="presOf" srcId="{348C0E49-B617-4940-95C3-C6FCCBCDBBBB}" destId="{618AF7FB-BA7F-4654-94E7-6C27D3476093}" srcOrd="0" destOrd="0" presId="urn:microsoft.com/office/officeart/2005/8/layout/radial1"/>
    <dgm:cxn modelId="{964737FA-911C-4A9B-A810-A6D4628CB6A6}" srcId="{BF2F72E1-1979-4A94-BC9E-132455AFEC9B}" destId="{967FBBA1-CE5B-4D5C-921F-B49A3B823868}" srcOrd="2" destOrd="0" parTransId="{F0C7058B-303D-466D-B825-4785261439AE}" sibTransId="{6290DE4F-1976-41E9-8697-335B0C83F0A4}"/>
    <dgm:cxn modelId="{89FA27DF-CEF3-4059-96C4-C92B58D7B346}" type="presParOf" srcId="{CECF547C-3DC0-4082-B0E8-6D6B0A6AB3C2}" destId="{9ADEC775-5114-4DB7-A01C-381DDDF023B9}" srcOrd="0" destOrd="0" presId="urn:microsoft.com/office/officeart/2005/8/layout/radial1"/>
    <dgm:cxn modelId="{98274DA1-6015-42DA-8292-95544E0F31F6}" type="presParOf" srcId="{CECF547C-3DC0-4082-B0E8-6D6B0A6AB3C2}" destId="{3665DC99-34F4-4561-ADC0-CD46090BFFB1}" srcOrd="1" destOrd="0" presId="urn:microsoft.com/office/officeart/2005/8/layout/radial1"/>
    <dgm:cxn modelId="{723537C1-C3B4-48DC-8802-378374E1B97F}" type="presParOf" srcId="{3665DC99-34F4-4561-ADC0-CD46090BFFB1}" destId="{668EDEED-9C35-40E2-9C3C-220880431748}" srcOrd="0" destOrd="0" presId="urn:microsoft.com/office/officeart/2005/8/layout/radial1"/>
    <dgm:cxn modelId="{6011BBD0-4F71-4475-99DE-85E1D3593CA5}" type="presParOf" srcId="{CECF547C-3DC0-4082-B0E8-6D6B0A6AB3C2}" destId="{BF0A66E2-29FA-432F-9C9C-C16496F5C41A}" srcOrd="2" destOrd="0" presId="urn:microsoft.com/office/officeart/2005/8/layout/radial1"/>
    <dgm:cxn modelId="{60A35A44-5A3E-4D9E-9333-1EDC9B55629C}" type="presParOf" srcId="{CECF547C-3DC0-4082-B0E8-6D6B0A6AB3C2}" destId="{4A213785-A460-4990-BE75-1A9C05325BA1}" srcOrd="3" destOrd="0" presId="urn:microsoft.com/office/officeart/2005/8/layout/radial1"/>
    <dgm:cxn modelId="{5743E664-A442-4A91-917D-104E024EFAA9}" type="presParOf" srcId="{4A213785-A460-4990-BE75-1A9C05325BA1}" destId="{34B665B7-31AC-434C-922E-52409E8CE1B9}" srcOrd="0" destOrd="0" presId="urn:microsoft.com/office/officeart/2005/8/layout/radial1"/>
    <dgm:cxn modelId="{F9D67048-CCC4-48BD-B3AE-9444A77A238D}" type="presParOf" srcId="{CECF547C-3DC0-4082-B0E8-6D6B0A6AB3C2}" destId="{4504C304-7B4F-46DA-A00E-9A3552B0C3F9}" srcOrd="4" destOrd="0" presId="urn:microsoft.com/office/officeart/2005/8/layout/radial1"/>
    <dgm:cxn modelId="{4761C3D0-91F9-4E7D-9490-7476849746FB}" type="presParOf" srcId="{CECF547C-3DC0-4082-B0E8-6D6B0A6AB3C2}" destId="{99B13902-A3B0-4AB9-B1D9-8E1E50126C17}" srcOrd="5" destOrd="0" presId="urn:microsoft.com/office/officeart/2005/8/layout/radial1"/>
    <dgm:cxn modelId="{596DEF5B-C4CC-4C41-941A-F5FEF90F5308}" type="presParOf" srcId="{99B13902-A3B0-4AB9-B1D9-8E1E50126C17}" destId="{FC329930-DBC4-4F0E-A7EC-8C5D1BC72640}" srcOrd="0" destOrd="0" presId="urn:microsoft.com/office/officeart/2005/8/layout/radial1"/>
    <dgm:cxn modelId="{A5D9CEBB-CD9D-4FF7-A60A-D8F73E9A78F4}" type="presParOf" srcId="{CECF547C-3DC0-4082-B0E8-6D6B0A6AB3C2}" destId="{0C4FD59F-4AFE-464E-8E0C-4CB2D4C6416E}" srcOrd="6" destOrd="0" presId="urn:microsoft.com/office/officeart/2005/8/layout/radial1"/>
    <dgm:cxn modelId="{7D510CCA-8B54-419A-8B0A-DA183B19D934}" type="presParOf" srcId="{CECF547C-3DC0-4082-B0E8-6D6B0A6AB3C2}" destId="{890662DA-43AB-4846-B74C-218A6716521D}" srcOrd="7" destOrd="0" presId="urn:microsoft.com/office/officeart/2005/8/layout/radial1"/>
    <dgm:cxn modelId="{4684E03A-75C6-4E6E-8205-9379493A8B26}" type="presParOf" srcId="{890662DA-43AB-4846-B74C-218A6716521D}" destId="{4EDB2BD8-E84D-4710-B058-39BFAFBCDE0B}" srcOrd="0" destOrd="0" presId="urn:microsoft.com/office/officeart/2005/8/layout/radial1"/>
    <dgm:cxn modelId="{421E014C-AEF2-4F19-B3AB-51D7985459D6}" type="presParOf" srcId="{CECF547C-3DC0-4082-B0E8-6D6B0A6AB3C2}" destId="{1D27ACDD-E4E0-43C2-8BBB-0CED24068713}" srcOrd="8" destOrd="0" presId="urn:microsoft.com/office/officeart/2005/8/layout/radial1"/>
    <dgm:cxn modelId="{0BEF130C-C020-418A-B773-37CA433D57A9}" type="presParOf" srcId="{CECF547C-3DC0-4082-B0E8-6D6B0A6AB3C2}" destId="{9A6A8211-0765-4F00-B47C-4F90A0E00CB7}" srcOrd="9" destOrd="0" presId="urn:microsoft.com/office/officeart/2005/8/layout/radial1"/>
    <dgm:cxn modelId="{A409A379-A95D-4595-A39D-6C52F75E940D}" type="presParOf" srcId="{9A6A8211-0765-4F00-B47C-4F90A0E00CB7}" destId="{550EEEEB-157C-4BD4-B232-89DE679128D2}" srcOrd="0" destOrd="0" presId="urn:microsoft.com/office/officeart/2005/8/layout/radial1"/>
    <dgm:cxn modelId="{AEDFBE8C-E887-4E18-885B-8D54A7A8E39C}" type="presParOf" srcId="{CECF547C-3DC0-4082-B0E8-6D6B0A6AB3C2}" destId="{618AF7FB-BA7F-4654-94E7-6C27D3476093}" srcOrd="10" destOrd="0" presId="urn:microsoft.com/office/officeart/2005/8/layout/radial1"/>
    <dgm:cxn modelId="{CD75DF77-3A72-438F-BA2D-2CFEAB304B88}" type="presParOf" srcId="{CECF547C-3DC0-4082-B0E8-6D6B0A6AB3C2}" destId="{BB78402B-B5DA-4045-A4FB-282CAE349AE9}" srcOrd="11" destOrd="0" presId="urn:microsoft.com/office/officeart/2005/8/layout/radial1"/>
    <dgm:cxn modelId="{B4BB0035-8B93-4A76-A512-5CD35C7E28BA}" type="presParOf" srcId="{BB78402B-B5DA-4045-A4FB-282CAE349AE9}" destId="{C03050AE-FBB6-4B62-87A9-92225AA3EF17}" srcOrd="0" destOrd="0" presId="urn:microsoft.com/office/officeart/2005/8/layout/radial1"/>
    <dgm:cxn modelId="{68207C06-34E8-42BD-9BE5-634CC22E4C63}" type="presParOf" srcId="{CECF547C-3DC0-4082-B0E8-6D6B0A6AB3C2}" destId="{5F444E72-C320-4300-A334-F0660F4B6C9E}" srcOrd="12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A663AD-BA48-421F-ACB7-AC629FBEADF8}" type="doc">
      <dgm:prSet loTypeId="urn:microsoft.com/office/officeart/2005/8/layout/chevron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A90A41C-6987-407F-8353-C514B4966FDB}">
      <dgm:prSet phldrT="[Текст]"/>
      <dgm:spPr>
        <a:solidFill>
          <a:schemeClr val="bg2">
            <a:lumMod val="90000"/>
          </a:schemeClr>
        </a:solidFill>
      </dgm:spPr>
      <dgm:t>
        <a:bodyPr/>
        <a:lstStyle/>
        <a:p>
          <a:r>
            <a:rPr lang="uk-UA" b="1" smtClean="0">
              <a:latin typeface="Times New Roman" pitchFamily="18" charset="0"/>
              <a:cs typeface="Times New Roman" pitchFamily="18" charset="0"/>
            </a:rPr>
            <a:t>ОСОБИСТІСНО   ОРІЄНТОВАНЕ    НАВЧАННЯ 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11B71B56-581A-4110-9245-6E8FFB2EDDC7}" type="parTrans" cxnId="{0820C632-0790-48BC-A89E-50796C1AEBAE}">
      <dgm:prSet/>
      <dgm:spPr/>
      <dgm:t>
        <a:bodyPr/>
        <a:lstStyle/>
        <a:p>
          <a:endParaRPr lang="ru-RU"/>
        </a:p>
      </dgm:t>
    </dgm:pt>
    <dgm:pt modelId="{8E427E8E-32F5-4488-A127-D8882081CAA6}" type="sibTrans" cxnId="{0820C632-0790-48BC-A89E-50796C1AEBAE}">
      <dgm:prSet/>
      <dgm:spPr/>
      <dgm:t>
        <a:bodyPr/>
        <a:lstStyle/>
        <a:p>
          <a:endParaRPr lang="ru-RU"/>
        </a:p>
      </dgm:t>
    </dgm:pt>
    <dgm:pt modelId="{8968B452-99CE-4E3A-B76B-CFAA5BC2DFE0}">
      <dgm:prSet phldrT="[Текст]" custT="1"/>
      <dgm:spPr>
        <a:solidFill>
          <a:schemeClr val="accent4">
            <a:lumMod val="60000"/>
            <a:lumOff val="40000"/>
            <a:alpha val="90000"/>
          </a:schemeClr>
        </a:solidFill>
      </dgm:spPr>
      <dgm:t>
        <a:bodyPr/>
        <a:lstStyle/>
        <a:p>
          <a:pPr algn="l"/>
          <a:r>
            <a:rPr lang="uk-UA" sz="2200" b="0" i="0" u="none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така організація процесу навчання, в основі якої лежить визнання індивідуальності, самобутності, самоцінності кожної людини, що вимагає забезпечення розвитку і саморозвитку особистості учня, виходячи із виявлення його індивідуального, неповторного, суб'єктивного досвіду, здібностей, інтересів, ціннісних орієнтацій, можливостей реалізувати себе в пізнанні, навчальній діяльності, поведінці.</a:t>
          </a:r>
          <a:endParaRPr lang="ru-RU" sz="2200" b="0" i="0" u="none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gm:t>
    </dgm:pt>
    <dgm:pt modelId="{7450FFF2-FC87-4FB5-943F-B033B372808C}" type="parTrans" cxnId="{92F116D8-5234-4B9F-AC57-33BF9D0713B0}">
      <dgm:prSet/>
      <dgm:spPr/>
      <dgm:t>
        <a:bodyPr/>
        <a:lstStyle/>
        <a:p>
          <a:endParaRPr lang="ru-RU"/>
        </a:p>
      </dgm:t>
    </dgm:pt>
    <dgm:pt modelId="{1D7BDC0A-AB8F-4671-B1C4-2F2ED24B1869}" type="sibTrans" cxnId="{92F116D8-5234-4B9F-AC57-33BF9D0713B0}">
      <dgm:prSet/>
      <dgm:spPr/>
      <dgm:t>
        <a:bodyPr/>
        <a:lstStyle/>
        <a:p>
          <a:endParaRPr lang="ru-RU"/>
        </a:p>
      </dgm:t>
    </dgm:pt>
    <dgm:pt modelId="{94960D79-CC27-4D98-8A32-498FF2121937}" type="pres">
      <dgm:prSet presAssocID="{50A663AD-BA48-421F-ACB7-AC629FBEADF8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363F7BC-A87E-4B50-9F5E-1D5D352C3CE6}" type="pres">
      <dgm:prSet presAssocID="{FA90A41C-6987-407F-8353-C514B4966FDB}" presName="composite" presStyleCnt="0"/>
      <dgm:spPr/>
    </dgm:pt>
    <dgm:pt modelId="{CAADDAFF-5EE7-465C-AF9D-58D842FFD63C}" type="pres">
      <dgm:prSet presAssocID="{FA90A41C-6987-407F-8353-C514B4966FDB}" presName="parentText" presStyleLbl="alignNode1" presStyleIdx="0" presStyleCnt="1" custLinFactNeighborX="-11893" custLinFactNeighborY="1168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03D9CA-2CCB-49C9-9A37-99A489A150DE}" type="pres">
      <dgm:prSet presAssocID="{FA90A41C-6987-407F-8353-C514B4966FDB}" presName="descendantText" presStyleLbl="alignAcc1" presStyleIdx="0" presStyleCnt="1" custScaleX="100647" custScaleY="135664" custLinFactNeighborX="2912" custLinFactNeighborY="146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1690292-7782-4AEE-B8A8-E56E59C4B630}" type="presOf" srcId="{50A663AD-BA48-421F-ACB7-AC629FBEADF8}" destId="{94960D79-CC27-4D98-8A32-498FF2121937}" srcOrd="0" destOrd="0" presId="urn:microsoft.com/office/officeart/2005/8/layout/chevron2"/>
    <dgm:cxn modelId="{F6B414EF-4A91-41A5-9BAC-828A607BDB22}" type="presOf" srcId="{FA90A41C-6987-407F-8353-C514B4966FDB}" destId="{CAADDAFF-5EE7-465C-AF9D-58D842FFD63C}" srcOrd="0" destOrd="0" presId="urn:microsoft.com/office/officeart/2005/8/layout/chevron2"/>
    <dgm:cxn modelId="{92F116D8-5234-4B9F-AC57-33BF9D0713B0}" srcId="{FA90A41C-6987-407F-8353-C514B4966FDB}" destId="{8968B452-99CE-4E3A-B76B-CFAA5BC2DFE0}" srcOrd="0" destOrd="0" parTransId="{7450FFF2-FC87-4FB5-943F-B033B372808C}" sibTransId="{1D7BDC0A-AB8F-4671-B1C4-2F2ED24B1869}"/>
    <dgm:cxn modelId="{0820C632-0790-48BC-A89E-50796C1AEBAE}" srcId="{50A663AD-BA48-421F-ACB7-AC629FBEADF8}" destId="{FA90A41C-6987-407F-8353-C514B4966FDB}" srcOrd="0" destOrd="0" parTransId="{11B71B56-581A-4110-9245-6E8FFB2EDDC7}" sibTransId="{8E427E8E-32F5-4488-A127-D8882081CAA6}"/>
    <dgm:cxn modelId="{00DF7222-5B3D-4BC9-A8B0-9C05CDED5D64}" type="presOf" srcId="{8968B452-99CE-4E3A-B76B-CFAA5BC2DFE0}" destId="{6703D9CA-2CCB-49C9-9A37-99A489A150DE}" srcOrd="0" destOrd="0" presId="urn:microsoft.com/office/officeart/2005/8/layout/chevron2"/>
    <dgm:cxn modelId="{58DA7784-27A3-463A-9A66-4F47FF104232}" type="presParOf" srcId="{94960D79-CC27-4D98-8A32-498FF2121937}" destId="{1363F7BC-A87E-4B50-9F5E-1D5D352C3CE6}" srcOrd="0" destOrd="0" presId="urn:microsoft.com/office/officeart/2005/8/layout/chevron2"/>
    <dgm:cxn modelId="{31CFAF4C-48D5-4835-A570-090B94F5945F}" type="presParOf" srcId="{1363F7BC-A87E-4B50-9F5E-1D5D352C3CE6}" destId="{CAADDAFF-5EE7-465C-AF9D-58D842FFD63C}" srcOrd="0" destOrd="0" presId="urn:microsoft.com/office/officeart/2005/8/layout/chevron2"/>
    <dgm:cxn modelId="{55DBC2C2-DA62-4296-946F-864EA2E1748B}" type="presParOf" srcId="{1363F7BC-A87E-4B50-9F5E-1D5D352C3CE6}" destId="{6703D9CA-2CCB-49C9-9A37-99A489A150D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8A84B1-C0EB-43EB-9280-691E734CEBD8}" type="doc">
      <dgm:prSet loTypeId="urn:microsoft.com/office/officeart/2005/8/layout/vList2" loCatId="list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8B759F39-558D-475D-AAA1-52CB8F641CE6}">
      <dgm:prSet phldrT="[Текст]" custT="1"/>
      <dgm:spPr/>
      <dgm:t>
        <a:bodyPr/>
        <a:lstStyle/>
        <a:p>
          <a:r>
            <a:rPr lang="uk-UA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Особистісно-орієнтоване навчання повинно забезпечувати розвиток і саморозвиток особистості учня, виходячи з виявлення його індивідуальних особливостей. </a:t>
          </a:r>
          <a:endParaRPr lang="ru-RU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AAFC9B9C-845B-4394-A38E-FBBE184056E6}" type="parTrans" cxnId="{33E47237-DFAF-4995-B247-C64A575B2B6A}">
      <dgm:prSet/>
      <dgm:spPr/>
      <dgm:t>
        <a:bodyPr/>
        <a:lstStyle/>
        <a:p>
          <a:endParaRPr lang="ru-RU"/>
        </a:p>
      </dgm:t>
    </dgm:pt>
    <dgm:pt modelId="{1F64AFD2-A202-4B53-A9AE-EA0CA5565BE1}" type="sibTrans" cxnId="{33E47237-DFAF-4995-B247-C64A575B2B6A}">
      <dgm:prSet/>
      <dgm:spPr/>
      <dgm:t>
        <a:bodyPr/>
        <a:lstStyle/>
        <a:p>
          <a:endParaRPr lang="ru-RU"/>
        </a:p>
      </dgm:t>
    </dgm:pt>
    <dgm:pt modelId="{0714A998-C595-4134-B7E0-2459C1C7D15B}">
      <dgm:prSet phldrT="[Текст]" custT="1"/>
      <dgm:spPr/>
      <dgm:t>
        <a:bodyPr/>
        <a:lstStyle/>
        <a:p>
          <a:r>
            <a:rPr lang="uk-UA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Освітній процес надає кожному учневі можливість реалізувати себе  в  пізнанні, навчальній діяльності, поведінці, враховуючи його здібності, нахили, інтереси,ціннісні орієнтації та суб'єктивний досвід.</a:t>
          </a:r>
          <a:endParaRPr lang="ru-RU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4AAFA1AC-85E4-4BED-837F-1380854242A7}" type="parTrans" cxnId="{C21E0570-EEBE-464A-AF2A-CDAA8B1354D4}">
      <dgm:prSet/>
      <dgm:spPr/>
      <dgm:t>
        <a:bodyPr/>
        <a:lstStyle/>
        <a:p>
          <a:endParaRPr lang="ru-RU"/>
        </a:p>
      </dgm:t>
    </dgm:pt>
    <dgm:pt modelId="{0C76C166-3201-47B9-8444-7F882D8B628D}" type="sibTrans" cxnId="{C21E0570-EEBE-464A-AF2A-CDAA8B1354D4}">
      <dgm:prSet/>
      <dgm:spPr/>
      <dgm:t>
        <a:bodyPr/>
        <a:lstStyle/>
        <a:p>
          <a:endParaRPr lang="ru-RU"/>
        </a:p>
      </dgm:t>
    </dgm:pt>
    <dgm:pt modelId="{05312BE5-9599-47BC-BD6F-B439399AE3EA}">
      <dgm:prSet phldrT="[Текст]" custT="1"/>
      <dgm:spPr/>
      <dgm:t>
        <a:bodyPr/>
        <a:lstStyle/>
        <a:p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Оціночна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сторона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особистісно-орієнтованого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навчання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враховує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не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тільки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рівень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досягнутих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знань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умінь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навичок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а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й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сформованість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певного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інтелекту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(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його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властивості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якості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характер </a:t>
          </a:r>
          <a:r>
            <a:rPr lang="ru-RU" sz="20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прояву</a:t>
          </a:r>
          <a:r>
            <a:rPr lang="ru-RU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). </a:t>
          </a:r>
          <a:endParaRPr lang="ru-RU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562769D-D37E-4658-884E-406302771098}" type="parTrans" cxnId="{C6A8691B-9636-44D0-A81B-091F7B9B0C17}">
      <dgm:prSet/>
      <dgm:spPr/>
      <dgm:t>
        <a:bodyPr/>
        <a:lstStyle/>
        <a:p>
          <a:endParaRPr lang="ru-RU"/>
        </a:p>
      </dgm:t>
    </dgm:pt>
    <dgm:pt modelId="{A4C0B6A8-C34B-4433-AB6C-27D4166B401F}" type="sibTrans" cxnId="{C6A8691B-9636-44D0-A81B-091F7B9B0C17}">
      <dgm:prSet/>
      <dgm:spPr/>
      <dgm:t>
        <a:bodyPr/>
        <a:lstStyle/>
        <a:p>
          <a:endParaRPr lang="ru-RU"/>
        </a:p>
      </dgm:t>
    </dgm:pt>
    <dgm:pt modelId="{3D54ADAD-C50A-47D6-83D2-B5BDE7041525}">
      <dgm:prSet phldrT="[Текст]" custT="1"/>
      <dgm:spPr/>
      <dgm:t>
        <a:bodyPr/>
        <a:lstStyle/>
        <a:p>
          <a:r>
            <a:rPr lang="uk-UA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Особистісно-орієнтоване навчання є засобом інтелектуального і морального розвитку особистості - основної мети базової шкільної освіти. </a:t>
          </a:r>
          <a:endParaRPr lang="ru-RU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7BA16D7-E5AB-4E24-A22D-A2C31C034466}" type="parTrans" cxnId="{702ED08D-D9B4-4B01-9EFB-D3309C2D0844}">
      <dgm:prSet/>
      <dgm:spPr/>
      <dgm:t>
        <a:bodyPr/>
        <a:lstStyle/>
        <a:p>
          <a:endParaRPr lang="ru-RU"/>
        </a:p>
      </dgm:t>
    </dgm:pt>
    <dgm:pt modelId="{9A96AEFB-8B56-48EF-8D61-8672409C5372}" type="sibTrans" cxnId="{702ED08D-D9B4-4B01-9EFB-D3309C2D0844}">
      <dgm:prSet/>
      <dgm:spPr/>
      <dgm:t>
        <a:bodyPr/>
        <a:lstStyle/>
        <a:p>
          <a:endParaRPr lang="ru-RU"/>
        </a:p>
      </dgm:t>
    </dgm:pt>
    <dgm:pt modelId="{D10506DB-849A-4A6A-A5CA-9941ACA51E6D}">
      <dgm:prSet phldrT="[Текст]" custT="1"/>
      <dgm:spPr/>
      <dgm:t>
        <a:bodyPr/>
        <a:lstStyle/>
        <a:p>
          <a:r>
            <a:rPr lang="uk-UA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Зміст , засоби і методи освітньої діяльності добираються так, щоб учень міг виявити вибірковість до предметного матеріалу, його виду і форми. </a:t>
          </a:r>
          <a:endParaRPr lang="ru-RU" sz="20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5C3B4ECB-4936-4305-A2C4-EB34DF2565D3}" type="sibTrans" cxnId="{9658C9AA-8D15-48F7-8FAE-8C51ED0A46F6}">
      <dgm:prSet/>
      <dgm:spPr/>
      <dgm:t>
        <a:bodyPr/>
        <a:lstStyle/>
        <a:p>
          <a:endParaRPr lang="ru-RU"/>
        </a:p>
      </dgm:t>
    </dgm:pt>
    <dgm:pt modelId="{4258E885-6539-470D-94AB-B994AC82AA88}" type="parTrans" cxnId="{9658C9AA-8D15-48F7-8FAE-8C51ED0A46F6}">
      <dgm:prSet/>
      <dgm:spPr/>
      <dgm:t>
        <a:bodyPr/>
        <a:lstStyle/>
        <a:p>
          <a:endParaRPr lang="ru-RU"/>
        </a:p>
      </dgm:t>
    </dgm:pt>
    <dgm:pt modelId="{3A6974D3-28FD-4D26-90E8-CBE3A49DB891}" type="pres">
      <dgm:prSet presAssocID="{888A84B1-C0EB-43EB-9280-691E734CEBD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901F334-A223-4E95-9F79-592AD365B9AD}" type="pres">
      <dgm:prSet presAssocID="{8B759F39-558D-475D-AAA1-52CB8F641CE6}" presName="parentText" presStyleLbl="node1" presStyleIdx="0" presStyleCnt="5" custLinFactNeighborY="-1421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87A7A47-435D-480D-94E7-9DB343D36AD7}" type="pres">
      <dgm:prSet presAssocID="{1F64AFD2-A202-4B53-A9AE-EA0CA5565BE1}" presName="spacer" presStyleCnt="0"/>
      <dgm:spPr/>
      <dgm:t>
        <a:bodyPr/>
        <a:lstStyle/>
        <a:p>
          <a:endParaRPr lang="ru-RU"/>
        </a:p>
      </dgm:t>
    </dgm:pt>
    <dgm:pt modelId="{81DEB0D7-86B3-4B72-A055-BC70D3BB21AA}" type="pres">
      <dgm:prSet presAssocID="{0714A998-C595-4134-B7E0-2459C1C7D15B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39F115-D16E-4663-8593-A1DBB7AD80E4}" type="pres">
      <dgm:prSet presAssocID="{0C76C166-3201-47B9-8444-7F882D8B628D}" presName="spacer" presStyleCnt="0"/>
      <dgm:spPr/>
      <dgm:t>
        <a:bodyPr/>
        <a:lstStyle/>
        <a:p>
          <a:endParaRPr lang="ru-RU"/>
        </a:p>
      </dgm:t>
    </dgm:pt>
    <dgm:pt modelId="{6D3F45DD-8B3B-409C-9F4B-2FE1A0F83B8B}" type="pres">
      <dgm:prSet presAssocID="{D10506DB-849A-4A6A-A5CA-9941ACA51E6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5F25BA-C46D-4E8F-918F-52E97298DEDE}" type="pres">
      <dgm:prSet presAssocID="{5C3B4ECB-4936-4305-A2C4-EB34DF2565D3}" presName="spacer" presStyleCnt="0"/>
      <dgm:spPr/>
      <dgm:t>
        <a:bodyPr/>
        <a:lstStyle/>
        <a:p>
          <a:endParaRPr lang="ru-RU"/>
        </a:p>
      </dgm:t>
    </dgm:pt>
    <dgm:pt modelId="{BA93D24C-E5C6-4EA7-A09A-D6F971650B9E}" type="pres">
      <dgm:prSet presAssocID="{05312BE5-9599-47BC-BD6F-B439399AE3EA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B821930-3771-4B38-A85B-3A431A130D41}" type="pres">
      <dgm:prSet presAssocID="{A4C0B6A8-C34B-4433-AB6C-27D4166B401F}" presName="spacer" presStyleCnt="0"/>
      <dgm:spPr/>
      <dgm:t>
        <a:bodyPr/>
        <a:lstStyle/>
        <a:p>
          <a:endParaRPr lang="ru-RU"/>
        </a:p>
      </dgm:t>
    </dgm:pt>
    <dgm:pt modelId="{4CFB5515-C28D-42FB-BE00-A32DED0F7B3F}" type="pres">
      <dgm:prSet presAssocID="{3D54ADAD-C50A-47D6-83D2-B5BDE7041525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E4B971C-297C-4027-AF5D-C5E3C66E7000}" type="presOf" srcId="{05312BE5-9599-47BC-BD6F-B439399AE3EA}" destId="{BA93D24C-E5C6-4EA7-A09A-D6F971650B9E}" srcOrd="0" destOrd="0" presId="urn:microsoft.com/office/officeart/2005/8/layout/vList2"/>
    <dgm:cxn modelId="{CAE61D6D-10F1-488D-A240-EAD779CEBCCC}" type="presOf" srcId="{888A84B1-C0EB-43EB-9280-691E734CEBD8}" destId="{3A6974D3-28FD-4D26-90E8-CBE3A49DB891}" srcOrd="0" destOrd="0" presId="urn:microsoft.com/office/officeart/2005/8/layout/vList2"/>
    <dgm:cxn modelId="{702ED08D-D9B4-4B01-9EFB-D3309C2D0844}" srcId="{888A84B1-C0EB-43EB-9280-691E734CEBD8}" destId="{3D54ADAD-C50A-47D6-83D2-B5BDE7041525}" srcOrd="4" destOrd="0" parTransId="{27BA16D7-E5AB-4E24-A22D-A2C31C034466}" sibTransId="{9A96AEFB-8B56-48EF-8D61-8672409C5372}"/>
    <dgm:cxn modelId="{C21E0570-EEBE-464A-AF2A-CDAA8B1354D4}" srcId="{888A84B1-C0EB-43EB-9280-691E734CEBD8}" destId="{0714A998-C595-4134-B7E0-2459C1C7D15B}" srcOrd="1" destOrd="0" parTransId="{4AAFA1AC-85E4-4BED-837F-1380854242A7}" sibTransId="{0C76C166-3201-47B9-8444-7F882D8B628D}"/>
    <dgm:cxn modelId="{6FAFD775-E36B-48D2-AA91-0F52FC280D14}" type="presOf" srcId="{D10506DB-849A-4A6A-A5CA-9941ACA51E6D}" destId="{6D3F45DD-8B3B-409C-9F4B-2FE1A0F83B8B}" srcOrd="0" destOrd="0" presId="urn:microsoft.com/office/officeart/2005/8/layout/vList2"/>
    <dgm:cxn modelId="{0480D5B0-E968-4DF3-BFEE-C543C3EBF44A}" type="presOf" srcId="{3D54ADAD-C50A-47D6-83D2-B5BDE7041525}" destId="{4CFB5515-C28D-42FB-BE00-A32DED0F7B3F}" srcOrd="0" destOrd="0" presId="urn:microsoft.com/office/officeart/2005/8/layout/vList2"/>
    <dgm:cxn modelId="{C6A8691B-9636-44D0-A81B-091F7B9B0C17}" srcId="{888A84B1-C0EB-43EB-9280-691E734CEBD8}" destId="{05312BE5-9599-47BC-BD6F-B439399AE3EA}" srcOrd="3" destOrd="0" parTransId="{1562769D-D37E-4658-884E-406302771098}" sibTransId="{A4C0B6A8-C34B-4433-AB6C-27D4166B401F}"/>
    <dgm:cxn modelId="{BDA59F23-DFF5-495D-8BCE-0F7922CA6F6E}" type="presOf" srcId="{0714A998-C595-4134-B7E0-2459C1C7D15B}" destId="{81DEB0D7-86B3-4B72-A055-BC70D3BB21AA}" srcOrd="0" destOrd="0" presId="urn:microsoft.com/office/officeart/2005/8/layout/vList2"/>
    <dgm:cxn modelId="{33E47237-DFAF-4995-B247-C64A575B2B6A}" srcId="{888A84B1-C0EB-43EB-9280-691E734CEBD8}" destId="{8B759F39-558D-475D-AAA1-52CB8F641CE6}" srcOrd="0" destOrd="0" parTransId="{AAFC9B9C-845B-4394-A38E-FBBE184056E6}" sibTransId="{1F64AFD2-A202-4B53-A9AE-EA0CA5565BE1}"/>
    <dgm:cxn modelId="{D7F27F88-7A14-4D80-8680-31E7F3B78A19}" type="presOf" srcId="{8B759F39-558D-475D-AAA1-52CB8F641CE6}" destId="{5901F334-A223-4E95-9F79-592AD365B9AD}" srcOrd="0" destOrd="0" presId="urn:microsoft.com/office/officeart/2005/8/layout/vList2"/>
    <dgm:cxn modelId="{9658C9AA-8D15-48F7-8FAE-8C51ED0A46F6}" srcId="{888A84B1-C0EB-43EB-9280-691E734CEBD8}" destId="{D10506DB-849A-4A6A-A5CA-9941ACA51E6D}" srcOrd="2" destOrd="0" parTransId="{4258E885-6539-470D-94AB-B994AC82AA88}" sibTransId="{5C3B4ECB-4936-4305-A2C4-EB34DF2565D3}"/>
    <dgm:cxn modelId="{52C5CDC4-76AD-421B-B66D-DF8AB82A85F1}" type="presParOf" srcId="{3A6974D3-28FD-4D26-90E8-CBE3A49DB891}" destId="{5901F334-A223-4E95-9F79-592AD365B9AD}" srcOrd="0" destOrd="0" presId="urn:microsoft.com/office/officeart/2005/8/layout/vList2"/>
    <dgm:cxn modelId="{909BFBE1-5631-47B2-800B-2233F124E416}" type="presParOf" srcId="{3A6974D3-28FD-4D26-90E8-CBE3A49DB891}" destId="{D87A7A47-435D-480D-94E7-9DB343D36AD7}" srcOrd="1" destOrd="0" presId="urn:microsoft.com/office/officeart/2005/8/layout/vList2"/>
    <dgm:cxn modelId="{303AA39B-F457-4CF0-BC50-8CCAAE429BFA}" type="presParOf" srcId="{3A6974D3-28FD-4D26-90E8-CBE3A49DB891}" destId="{81DEB0D7-86B3-4B72-A055-BC70D3BB21AA}" srcOrd="2" destOrd="0" presId="urn:microsoft.com/office/officeart/2005/8/layout/vList2"/>
    <dgm:cxn modelId="{C1EF841E-3870-4F7C-8451-E69519CD69F0}" type="presParOf" srcId="{3A6974D3-28FD-4D26-90E8-CBE3A49DB891}" destId="{7F39F115-D16E-4663-8593-A1DBB7AD80E4}" srcOrd="3" destOrd="0" presId="urn:microsoft.com/office/officeart/2005/8/layout/vList2"/>
    <dgm:cxn modelId="{76C0748C-CF4A-4A24-AB2E-014C55B41129}" type="presParOf" srcId="{3A6974D3-28FD-4D26-90E8-CBE3A49DB891}" destId="{6D3F45DD-8B3B-409C-9F4B-2FE1A0F83B8B}" srcOrd="4" destOrd="0" presId="urn:microsoft.com/office/officeart/2005/8/layout/vList2"/>
    <dgm:cxn modelId="{9A681EC0-2A87-44CC-A936-5BF9971075B0}" type="presParOf" srcId="{3A6974D3-28FD-4D26-90E8-CBE3A49DB891}" destId="{175F25BA-C46D-4E8F-918F-52E97298DEDE}" srcOrd="5" destOrd="0" presId="urn:microsoft.com/office/officeart/2005/8/layout/vList2"/>
    <dgm:cxn modelId="{8DA5AB33-F7BB-47F4-B246-BFD836673808}" type="presParOf" srcId="{3A6974D3-28FD-4D26-90E8-CBE3A49DB891}" destId="{BA93D24C-E5C6-4EA7-A09A-D6F971650B9E}" srcOrd="6" destOrd="0" presId="urn:microsoft.com/office/officeart/2005/8/layout/vList2"/>
    <dgm:cxn modelId="{C057200E-48C4-4693-8F60-4E75354575CB}" type="presParOf" srcId="{3A6974D3-28FD-4D26-90E8-CBE3A49DB891}" destId="{AB821930-3771-4B38-A85B-3A431A130D41}" srcOrd="7" destOrd="0" presId="urn:microsoft.com/office/officeart/2005/8/layout/vList2"/>
    <dgm:cxn modelId="{3C36C16D-131A-4DBB-86B3-9016761FC7E6}" type="presParOf" srcId="{3A6974D3-28FD-4D26-90E8-CBE3A49DB891}" destId="{4CFB5515-C28D-42FB-BE00-A32DED0F7B3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BBEC22-7619-48FA-BF58-12E3444F6FEE}" type="doc">
      <dgm:prSet loTypeId="urn:microsoft.com/office/officeart/2005/8/layout/process4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904CEC86-68A1-41E0-829B-FF5B38D2B7C1}">
      <dgm:prSet phldrT="[Текст]" custT="1"/>
      <dgm:spPr/>
      <dgm:t>
        <a:bodyPr/>
        <a:lstStyle/>
        <a:p>
          <a:r>
            <a:rPr lang="uk-UA" sz="2200" b="0" i="0" u="none" dirty="0" smtClean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rPr>
            <a:t>Цілі особистісно-орієнтованого навчання: розвиток пізнавальних здібностей учня, максимальне розкриття індивідуальних здібностей учня</a:t>
          </a:r>
          <a:endParaRPr lang="ru-RU" sz="2200" b="0" i="0" u="none" dirty="0" smtClean="0">
            <a:solidFill>
              <a:schemeClr val="tx1"/>
            </a:solidFill>
            <a:effectLst/>
            <a:latin typeface="Times New Roman" pitchFamily="18" charset="0"/>
            <a:cs typeface="Times New Roman" pitchFamily="18" charset="0"/>
          </a:endParaRPr>
        </a:p>
      </dgm:t>
    </dgm:pt>
    <dgm:pt modelId="{69E90C27-00E9-4620-A66A-189EFFF2FFF3}" type="parTrans" cxnId="{14C2CA7D-E3F4-4A51-B7F8-78404C353A30}">
      <dgm:prSet/>
      <dgm:spPr/>
      <dgm:t>
        <a:bodyPr/>
        <a:lstStyle/>
        <a:p>
          <a:endParaRPr lang="ru-RU"/>
        </a:p>
      </dgm:t>
    </dgm:pt>
    <dgm:pt modelId="{FF61215B-FE86-42B5-A366-BCE787DFCF6E}" type="sibTrans" cxnId="{14C2CA7D-E3F4-4A51-B7F8-78404C353A30}">
      <dgm:prSet/>
      <dgm:spPr/>
      <dgm:t>
        <a:bodyPr/>
        <a:lstStyle/>
        <a:p>
          <a:endParaRPr lang="ru-RU"/>
        </a:p>
      </dgm:t>
    </dgm:pt>
    <dgm:pt modelId="{A1D1E409-7136-4A0A-9AC2-E02DD5992CAB}">
      <dgm:prSet phldrT="[Текст]" custT="1"/>
      <dgm:spPr/>
      <dgm:t>
        <a:bodyPr/>
        <a:lstStyle/>
        <a:p>
          <a:r>
            <a:rPr lang="uk-UA" sz="2200" b="0" i="0" u="none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Під час конструювання і реалізації навчального процесу, особлива увага надається виявленню суб'єктивного досвіду  учня</a:t>
          </a:r>
          <a:endParaRPr lang="ru-RU" sz="2200" b="0" i="0" u="none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gm:t>
    </dgm:pt>
    <dgm:pt modelId="{B7B2BD7E-A53E-4CE8-A54A-1695945F9D84}" type="parTrans" cxnId="{551D30B1-76B9-494C-9FFA-9DEDEB4BF704}">
      <dgm:prSet/>
      <dgm:spPr/>
      <dgm:t>
        <a:bodyPr/>
        <a:lstStyle/>
        <a:p>
          <a:endParaRPr lang="ru-RU"/>
        </a:p>
      </dgm:t>
    </dgm:pt>
    <dgm:pt modelId="{AF3A5DE1-3792-42CD-9B8E-52234FEAA791}" type="sibTrans" cxnId="{551D30B1-76B9-494C-9FFA-9DEDEB4BF704}">
      <dgm:prSet/>
      <dgm:spPr/>
      <dgm:t>
        <a:bodyPr/>
        <a:lstStyle/>
        <a:p>
          <a:endParaRPr lang="ru-RU"/>
        </a:p>
      </dgm:t>
    </dgm:pt>
    <dgm:pt modelId="{5E2FDF5F-13AE-425D-9A3A-D5B822CFA16C}">
      <dgm:prSet custT="1"/>
      <dgm:spPr/>
      <dgm:t>
        <a:bodyPr/>
        <a:lstStyle/>
        <a:p>
          <a:r>
            <a:rPr lang="uk-UA" sz="2200" b="0" i="0" u="none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Перевага надається навчанню як процесу</a:t>
          </a:r>
          <a:endParaRPr lang="ru-RU" sz="2200" b="0" i="0" u="none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gm:t>
    </dgm:pt>
    <dgm:pt modelId="{2B6920D1-6D14-4C28-B8CE-F807CAF5D42E}" type="parTrans" cxnId="{FC418AAA-1B95-4753-AB18-D1BC9EC3C7C1}">
      <dgm:prSet/>
      <dgm:spPr/>
      <dgm:t>
        <a:bodyPr/>
        <a:lstStyle/>
        <a:p>
          <a:endParaRPr lang="ru-RU"/>
        </a:p>
      </dgm:t>
    </dgm:pt>
    <dgm:pt modelId="{22AAA1CD-CFFF-43FD-AB55-72CBBFC928BE}" type="sibTrans" cxnId="{FC418AAA-1B95-4753-AB18-D1BC9EC3C7C1}">
      <dgm:prSet/>
      <dgm:spPr/>
      <dgm:t>
        <a:bodyPr/>
        <a:lstStyle/>
        <a:p>
          <a:endParaRPr lang="ru-RU"/>
        </a:p>
      </dgm:t>
    </dgm:pt>
    <dgm:pt modelId="{33A3EC29-46B9-4497-B3AD-2133E1C4A332}">
      <dgm:prSet custT="1"/>
      <dgm:spPr/>
      <dgm:t>
        <a:bodyPr/>
        <a:lstStyle/>
        <a:p>
          <a:r>
            <a:rPr lang="uk-UA" sz="2200" b="0" i="0" u="none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Навчання – суто індивідуальна діяльність кожного учня </a:t>
          </a:r>
          <a:endParaRPr lang="ru-RU" sz="2200" b="0" i="0" u="none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gm:t>
    </dgm:pt>
    <dgm:pt modelId="{B991DF1D-A9FC-42D6-8533-0E461F0372E7}" type="parTrans" cxnId="{283E28CC-E1C0-4988-820E-E0EB5464BFBD}">
      <dgm:prSet/>
      <dgm:spPr/>
      <dgm:t>
        <a:bodyPr/>
        <a:lstStyle/>
        <a:p>
          <a:endParaRPr lang="ru-RU"/>
        </a:p>
      </dgm:t>
    </dgm:pt>
    <dgm:pt modelId="{DD4A4DB3-A049-4967-AE3B-D2526089861E}" type="sibTrans" cxnId="{283E28CC-E1C0-4988-820E-E0EB5464BFBD}">
      <dgm:prSet/>
      <dgm:spPr/>
      <dgm:t>
        <a:bodyPr/>
        <a:lstStyle/>
        <a:p>
          <a:endParaRPr lang="ru-RU"/>
        </a:p>
      </dgm:t>
    </dgm:pt>
    <dgm:pt modelId="{3DE7DCF7-009F-4320-8366-DFACB32C6D2E}" type="pres">
      <dgm:prSet presAssocID="{EABBEC22-7619-48FA-BF58-12E3444F6FE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6A7AC76-670A-475D-8A80-65F8767C9011}" type="pres">
      <dgm:prSet presAssocID="{A1D1E409-7136-4A0A-9AC2-E02DD5992CAB}" presName="boxAndChildren" presStyleCnt="0"/>
      <dgm:spPr/>
    </dgm:pt>
    <dgm:pt modelId="{3C454E66-5DFB-436B-A069-F324FA8E641D}" type="pres">
      <dgm:prSet presAssocID="{A1D1E409-7136-4A0A-9AC2-E02DD5992CAB}" presName="parentTextBox" presStyleLbl="node1" presStyleIdx="0" presStyleCnt="4"/>
      <dgm:spPr/>
      <dgm:t>
        <a:bodyPr/>
        <a:lstStyle/>
        <a:p>
          <a:endParaRPr lang="ru-RU"/>
        </a:p>
      </dgm:t>
    </dgm:pt>
    <dgm:pt modelId="{E98C3A87-CE77-4AD2-BB5E-D9548EBFCBB8}" type="pres">
      <dgm:prSet presAssocID="{DD4A4DB3-A049-4967-AE3B-D2526089861E}" presName="sp" presStyleCnt="0"/>
      <dgm:spPr/>
    </dgm:pt>
    <dgm:pt modelId="{69ABD157-6989-4D36-9727-6D12095A426E}" type="pres">
      <dgm:prSet presAssocID="{33A3EC29-46B9-4497-B3AD-2133E1C4A332}" presName="arrowAndChildren" presStyleCnt="0"/>
      <dgm:spPr/>
    </dgm:pt>
    <dgm:pt modelId="{92808927-0BBC-40D2-BD32-73B2A9FB58D6}" type="pres">
      <dgm:prSet presAssocID="{33A3EC29-46B9-4497-B3AD-2133E1C4A332}" presName="parentTextArrow" presStyleLbl="node1" presStyleIdx="1" presStyleCnt="4"/>
      <dgm:spPr/>
      <dgm:t>
        <a:bodyPr/>
        <a:lstStyle/>
        <a:p>
          <a:endParaRPr lang="ru-RU"/>
        </a:p>
      </dgm:t>
    </dgm:pt>
    <dgm:pt modelId="{3CA5493A-C1BD-43BD-B9CA-5E298964AD09}" type="pres">
      <dgm:prSet presAssocID="{22AAA1CD-CFFF-43FD-AB55-72CBBFC928BE}" presName="sp" presStyleCnt="0"/>
      <dgm:spPr/>
    </dgm:pt>
    <dgm:pt modelId="{B2671B12-7C16-4E1C-A67E-A8F2F03C51E7}" type="pres">
      <dgm:prSet presAssocID="{5E2FDF5F-13AE-425D-9A3A-D5B822CFA16C}" presName="arrowAndChildren" presStyleCnt="0"/>
      <dgm:spPr/>
    </dgm:pt>
    <dgm:pt modelId="{1BA268C1-34C6-4D4F-9DDC-63ABD2997E6B}" type="pres">
      <dgm:prSet presAssocID="{5E2FDF5F-13AE-425D-9A3A-D5B822CFA16C}" presName="parentTextArrow" presStyleLbl="node1" presStyleIdx="2" presStyleCnt="4"/>
      <dgm:spPr/>
      <dgm:t>
        <a:bodyPr/>
        <a:lstStyle/>
        <a:p>
          <a:endParaRPr lang="ru-RU"/>
        </a:p>
      </dgm:t>
    </dgm:pt>
    <dgm:pt modelId="{6C9AB510-C100-48FC-8739-CA4FE1407E3F}" type="pres">
      <dgm:prSet presAssocID="{FF61215B-FE86-42B5-A366-BCE787DFCF6E}" presName="sp" presStyleCnt="0"/>
      <dgm:spPr/>
    </dgm:pt>
    <dgm:pt modelId="{0C246592-29E7-4370-BA23-CF9AB4EF52F8}" type="pres">
      <dgm:prSet presAssocID="{904CEC86-68A1-41E0-829B-FF5B38D2B7C1}" presName="arrowAndChildren" presStyleCnt="0"/>
      <dgm:spPr/>
    </dgm:pt>
    <dgm:pt modelId="{CE143D1A-2332-4F9A-B23E-165464678808}" type="pres">
      <dgm:prSet presAssocID="{904CEC86-68A1-41E0-829B-FF5B38D2B7C1}" presName="parentTextArrow" presStyleLbl="node1" presStyleIdx="3" presStyleCnt="4"/>
      <dgm:spPr/>
      <dgm:t>
        <a:bodyPr/>
        <a:lstStyle/>
        <a:p>
          <a:endParaRPr lang="ru-RU"/>
        </a:p>
      </dgm:t>
    </dgm:pt>
  </dgm:ptLst>
  <dgm:cxnLst>
    <dgm:cxn modelId="{283E28CC-E1C0-4988-820E-E0EB5464BFBD}" srcId="{EABBEC22-7619-48FA-BF58-12E3444F6FEE}" destId="{33A3EC29-46B9-4497-B3AD-2133E1C4A332}" srcOrd="2" destOrd="0" parTransId="{B991DF1D-A9FC-42D6-8533-0E461F0372E7}" sibTransId="{DD4A4DB3-A049-4967-AE3B-D2526089861E}"/>
    <dgm:cxn modelId="{BD4168FF-27F2-439E-A77D-3747877219B3}" type="presOf" srcId="{904CEC86-68A1-41E0-829B-FF5B38D2B7C1}" destId="{CE143D1A-2332-4F9A-B23E-165464678808}" srcOrd="0" destOrd="0" presId="urn:microsoft.com/office/officeart/2005/8/layout/process4"/>
    <dgm:cxn modelId="{43EC85E0-B2AF-4BC3-A386-25F258822756}" type="presOf" srcId="{A1D1E409-7136-4A0A-9AC2-E02DD5992CAB}" destId="{3C454E66-5DFB-436B-A069-F324FA8E641D}" srcOrd="0" destOrd="0" presId="urn:microsoft.com/office/officeart/2005/8/layout/process4"/>
    <dgm:cxn modelId="{FC24E4E6-D80F-408A-99EA-19F777D93355}" type="presOf" srcId="{EABBEC22-7619-48FA-BF58-12E3444F6FEE}" destId="{3DE7DCF7-009F-4320-8366-DFACB32C6D2E}" srcOrd="0" destOrd="0" presId="urn:microsoft.com/office/officeart/2005/8/layout/process4"/>
    <dgm:cxn modelId="{551D30B1-76B9-494C-9FFA-9DEDEB4BF704}" srcId="{EABBEC22-7619-48FA-BF58-12E3444F6FEE}" destId="{A1D1E409-7136-4A0A-9AC2-E02DD5992CAB}" srcOrd="3" destOrd="0" parTransId="{B7B2BD7E-A53E-4CE8-A54A-1695945F9D84}" sibTransId="{AF3A5DE1-3792-42CD-9B8E-52234FEAA791}"/>
    <dgm:cxn modelId="{14C2CA7D-E3F4-4A51-B7F8-78404C353A30}" srcId="{EABBEC22-7619-48FA-BF58-12E3444F6FEE}" destId="{904CEC86-68A1-41E0-829B-FF5B38D2B7C1}" srcOrd="0" destOrd="0" parTransId="{69E90C27-00E9-4620-A66A-189EFFF2FFF3}" sibTransId="{FF61215B-FE86-42B5-A366-BCE787DFCF6E}"/>
    <dgm:cxn modelId="{F7671E69-3726-45DE-8380-AD525696E2AA}" type="presOf" srcId="{5E2FDF5F-13AE-425D-9A3A-D5B822CFA16C}" destId="{1BA268C1-34C6-4D4F-9DDC-63ABD2997E6B}" srcOrd="0" destOrd="0" presId="urn:microsoft.com/office/officeart/2005/8/layout/process4"/>
    <dgm:cxn modelId="{CAA69A35-9D13-49C0-8132-DC3FF2C66008}" type="presOf" srcId="{33A3EC29-46B9-4497-B3AD-2133E1C4A332}" destId="{92808927-0BBC-40D2-BD32-73B2A9FB58D6}" srcOrd="0" destOrd="0" presId="urn:microsoft.com/office/officeart/2005/8/layout/process4"/>
    <dgm:cxn modelId="{FC418AAA-1B95-4753-AB18-D1BC9EC3C7C1}" srcId="{EABBEC22-7619-48FA-BF58-12E3444F6FEE}" destId="{5E2FDF5F-13AE-425D-9A3A-D5B822CFA16C}" srcOrd="1" destOrd="0" parTransId="{2B6920D1-6D14-4C28-B8CE-F807CAF5D42E}" sibTransId="{22AAA1CD-CFFF-43FD-AB55-72CBBFC928BE}"/>
    <dgm:cxn modelId="{9D3C6F62-9A0E-4F9B-975F-EFD59CE47781}" type="presParOf" srcId="{3DE7DCF7-009F-4320-8366-DFACB32C6D2E}" destId="{36A7AC76-670A-475D-8A80-65F8767C9011}" srcOrd="0" destOrd="0" presId="urn:microsoft.com/office/officeart/2005/8/layout/process4"/>
    <dgm:cxn modelId="{C4C0CF4A-AD91-4E5A-9F07-906145E76E20}" type="presParOf" srcId="{36A7AC76-670A-475D-8A80-65F8767C9011}" destId="{3C454E66-5DFB-436B-A069-F324FA8E641D}" srcOrd="0" destOrd="0" presId="urn:microsoft.com/office/officeart/2005/8/layout/process4"/>
    <dgm:cxn modelId="{CE8B9704-3D6A-48A4-ABC7-041D03F8DAE2}" type="presParOf" srcId="{3DE7DCF7-009F-4320-8366-DFACB32C6D2E}" destId="{E98C3A87-CE77-4AD2-BB5E-D9548EBFCBB8}" srcOrd="1" destOrd="0" presId="urn:microsoft.com/office/officeart/2005/8/layout/process4"/>
    <dgm:cxn modelId="{0AC3CAE7-04A0-4BE4-9FF7-678F786500DB}" type="presParOf" srcId="{3DE7DCF7-009F-4320-8366-DFACB32C6D2E}" destId="{69ABD157-6989-4D36-9727-6D12095A426E}" srcOrd="2" destOrd="0" presId="urn:microsoft.com/office/officeart/2005/8/layout/process4"/>
    <dgm:cxn modelId="{81FD476C-4C8F-432D-A46C-D85AAF34B998}" type="presParOf" srcId="{69ABD157-6989-4D36-9727-6D12095A426E}" destId="{92808927-0BBC-40D2-BD32-73B2A9FB58D6}" srcOrd="0" destOrd="0" presId="urn:microsoft.com/office/officeart/2005/8/layout/process4"/>
    <dgm:cxn modelId="{A7CBBC76-B934-4CA6-828B-97D0E825BD45}" type="presParOf" srcId="{3DE7DCF7-009F-4320-8366-DFACB32C6D2E}" destId="{3CA5493A-C1BD-43BD-B9CA-5E298964AD09}" srcOrd="3" destOrd="0" presId="urn:microsoft.com/office/officeart/2005/8/layout/process4"/>
    <dgm:cxn modelId="{69173EEE-582F-4005-8FFA-27E5716E644B}" type="presParOf" srcId="{3DE7DCF7-009F-4320-8366-DFACB32C6D2E}" destId="{B2671B12-7C16-4E1C-A67E-A8F2F03C51E7}" srcOrd="4" destOrd="0" presId="urn:microsoft.com/office/officeart/2005/8/layout/process4"/>
    <dgm:cxn modelId="{93A10AAE-1BF6-45DA-B298-9176D05D0065}" type="presParOf" srcId="{B2671B12-7C16-4E1C-A67E-A8F2F03C51E7}" destId="{1BA268C1-34C6-4D4F-9DDC-63ABD2997E6B}" srcOrd="0" destOrd="0" presId="urn:microsoft.com/office/officeart/2005/8/layout/process4"/>
    <dgm:cxn modelId="{6336DE63-4126-42F9-90C6-92527385891C}" type="presParOf" srcId="{3DE7DCF7-009F-4320-8366-DFACB32C6D2E}" destId="{6C9AB510-C100-48FC-8739-CA4FE1407E3F}" srcOrd="5" destOrd="0" presId="urn:microsoft.com/office/officeart/2005/8/layout/process4"/>
    <dgm:cxn modelId="{27D94CBA-DD4C-42DA-8B8B-AFA608AF8C7A}" type="presParOf" srcId="{3DE7DCF7-009F-4320-8366-DFACB32C6D2E}" destId="{0C246592-29E7-4370-BA23-CF9AB4EF52F8}" srcOrd="6" destOrd="0" presId="urn:microsoft.com/office/officeart/2005/8/layout/process4"/>
    <dgm:cxn modelId="{F4A195AA-CD34-42B0-B786-D6CF62933347}" type="presParOf" srcId="{0C246592-29E7-4370-BA23-CF9AB4EF52F8}" destId="{CE143D1A-2332-4F9A-B23E-16546467880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E046EE-5903-4F86-A12B-6FFBF36DDE55}" type="doc">
      <dgm:prSet loTypeId="urn:microsoft.com/office/officeart/2008/layout/VerticalCurvedList" loCatId="list" qsTypeId="urn:microsoft.com/office/officeart/2005/8/quickstyle/3d2#1" qsCatId="3D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79603D15-49AA-4FAC-8665-4666D2406D7A}">
      <dgm:prSet custT="1"/>
      <dgm:spPr/>
      <dgm:t>
        <a:bodyPr/>
        <a:lstStyle/>
        <a:p>
          <a:pPr rtl="0"/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Використання  різних  форм  і методів, що дозволяє розкрити суб’єктивний досвід учнів.</a:t>
          </a:r>
          <a:endParaRPr lang="ru-RU" sz="1600" b="1" dirty="0">
            <a:solidFill>
              <a:schemeClr val="tx1"/>
            </a:solidFill>
            <a:latin typeface="Constantia" pitchFamily="18" charset="0"/>
          </a:endParaRPr>
        </a:p>
      </dgm:t>
    </dgm:pt>
    <dgm:pt modelId="{41E8E91E-0F40-42C6-8D4F-245207A99F82}" type="parTrans" cxnId="{F3B3C12C-0BF1-4DAF-B24A-69228B164619}">
      <dgm:prSet/>
      <dgm:spPr/>
      <dgm:t>
        <a:bodyPr/>
        <a:lstStyle/>
        <a:p>
          <a:endParaRPr lang="ru-RU"/>
        </a:p>
      </dgm:t>
    </dgm:pt>
    <dgm:pt modelId="{435D925A-300E-4DF6-9933-D05C399B7C03}" type="sibTrans" cxnId="{F3B3C12C-0BF1-4DAF-B24A-69228B164619}">
      <dgm:prSet/>
      <dgm:spPr/>
      <dgm:t>
        <a:bodyPr/>
        <a:lstStyle/>
        <a:p>
          <a:endParaRPr lang="ru-RU"/>
        </a:p>
      </dgm:t>
    </dgm:pt>
    <dgm:pt modelId="{7EDBC00C-46EB-4139-AA3B-FC8229B9D3CD}">
      <dgm:prSet custT="1"/>
      <dgm:spPr/>
      <dgm:t>
        <a:bodyPr/>
        <a:lstStyle/>
        <a:p>
          <a:pPr rtl="0"/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Створення атмосфери зацікавленості кожного учня в роботі класу.</a:t>
          </a:r>
          <a:endParaRPr lang="ru-RU" sz="1600" b="1" dirty="0">
            <a:solidFill>
              <a:schemeClr val="tx1"/>
            </a:solidFill>
            <a:latin typeface="Constantia" pitchFamily="18" charset="0"/>
          </a:endParaRPr>
        </a:p>
      </dgm:t>
    </dgm:pt>
    <dgm:pt modelId="{530BFE23-711C-4456-A927-E40430801881}" type="parTrans" cxnId="{D8686B5C-0A0C-4CD4-A740-E27BB733D432}">
      <dgm:prSet/>
      <dgm:spPr/>
      <dgm:t>
        <a:bodyPr/>
        <a:lstStyle/>
        <a:p>
          <a:endParaRPr lang="ru-RU"/>
        </a:p>
      </dgm:t>
    </dgm:pt>
    <dgm:pt modelId="{70082210-4FFC-474E-9F0D-6F45832770C1}" type="sibTrans" cxnId="{D8686B5C-0A0C-4CD4-A740-E27BB733D432}">
      <dgm:prSet/>
      <dgm:spPr/>
      <dgm:t>
        <a:bodyPr/>
        <a:lstStyle/>
        <a:p>
          <a:endParaRPr lang="ru-RU"/>
        </a:p>
      </dgm:t>
    </dgm:pt>
    <dgm:pt modelId="{88DCBAAB-2E5E-4C8F-A0F6-89CD3ABFF30A}">
      <dgm:prSet custT="1"/>
      <dgm:spPr/>
      <dgm:t>
        <a:bodyPr/>
        <a:lstStyle/>
        <a:p>
          <a:pPr defTabSz="1504950" rtl="0"/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Стимулювання  учнів до висловлювання, використання різних способів виконання завдань без страху помилитися, отримати неправильну відповідь.</a:t>
          </a:r>
          <a:endParaRPr lang="ru-RU" sz="1600" b="1" dirty="0">
            <a:solidFill>
              <a:schemeClr val="tx1"/>
            </a:solidFill>
            <a:latin typeface="Constantia" pitchFamily="18" charset="0"/>
          </a:endParaRPr>
        </a:p>
      </dgm:t>
    </dgm:pt>
    <dgm:pt modelId="{57E2940A-E435-4AB8-8202-F67408F8F05C}" type="parTrans" cxnId="{632B6329-D8E0-4F30-9F7F-183D6DB243D1}">
      <dgm:prSet/>
      <dgm:spPr/>
      <dgm:t>
        <a:bodyPr/>
        <a:lstStyle/>
        <a:p>
          <a:endParaRPr lang="ru-RU"/>
        </a:p>
      </dgm:t>
    </dgm:pt>
    <dgm:pt modelId="{C78311EE-1C44-44B6-83F9-F00091B472A0}" type="sibTrans" cxnId="{632B6329-D8E0-4F30-9F7F-183D6DB243D1}">
      <dgm:prSet/>
      <dgm:spPr/>
      <dgm:t>
        <a:bodyPr/>
        <a:lstStyle/>
        <a:p>
          <a:endParaRPr lang="ru-RU"/>
        </a:p>
      </dgm:t>
    </dgm:pt>
    <dgm:pt modelId="{861B3B03-3005-4DF1-9DA0-9BB620487811}">
      <dgm:prSet custT="1"/>
      <dgm:spPr/>
      <dgm:t>
        <a:bodyPr/>
        <a:lstStyle/>
        <a:p>
          <a:pPr rtl="0"/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Використання  дидактичного  матеріалу , що дозволяє учням  обрати найбільш важливі для них види, форми навчального змісту.</a:t>
          </a:r>
          <a:endParaRPr lang="ru-RU" sz="1600" b="1" dirty="0">
            <a:solidFill>
              <a:schemeClr val="tx1"/>
            </a:solidFill>
            <a:latin typeface="Constantia" pitchFamily="18" charset="0"/>
          </a:endParaRPr>
        </a:p>
      </dgm:t>
    </dgm:pt>
    <dgm:pt modelId="{409CEAB7-CD6C-4CA5-90B1-B3EC538F233B}" type="parTrans" cxnId="{E44A497B-CBD4-4371-80CF-9AF6FBC8D034}">
      <dgm:prSet/>
      <dgm:spPr/>
      <dgm:t>
        <a:bodyPr/>
        <a:lstStyle/>
        <a:p>
          <a:endParaRPr lang="ru-RU"/>
        </a:p>
      </dgm:t>
    </dgm:pt>
    <dgm:pt modelId="{C6DE7907-47F8-41A0-B53A-00B8C3A3AEED}" type="sibTrans" cxnId="{E44A497B-CBD4-4371-80CF-9AF6FBC8D034}">
      <dgm:prSet/>
      <dgm:spPr/>
      <dgm:t>
        <a:bodyPr/>
        <a:lstStyle/>
        <a:p>
          <a:endParaRPr lang="ru-RU"/>
        </a:p>
      </dgm:t>
    </dgm:pt>
    <dgm:pt modelId="{2E7B65D1-D503-448E-BD99-B9C9774D0E5F}">
      <dgm:prSet custT="1"/>
      <dgm:spPr/>
      <dgm:t>
        <a:bodyPr/>
        <a:lstStyle/>
        <a:p>
          <a:pPr rtl="0"/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Оцінка  діяльність учнів не лише за кінцевим результатом </a:t>
          </a:r>
          <a:r>
            <a:rPr lang="uk-UA" sz="1600" b="1" dirty="0" err="1" smtClean="0">
              <a:solidFill>
                <a:schemeClr val="tx1"/>
              </a:solidFill>
              <a:latin typeface="Constantia" pitchFamily="18" charset="0"/>
            </a:rPr>
            <a:t>„правильно”</a:t>
          </a:r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, </a:t>
          </a:r>
          <a:r>
            <a:rPr lang="uk-UA" sz="1600" b="1" dirty="0" err="1" smtClean="0">
              <a:solidFill>
                <a:schemeClr val="tx1"/>
              </a:solidFill>
              <a:latin typeface="Constantia" pitchFamily="18" charset="0"/>
            </a:rPr>
            <a:t>„неправильно”</a:t>
          </a:r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, але і у процесі їх дослідження.</a:t>
          </a:r>
          <a:endParaRPr lang="ru-RU" sz="1600" b="1" dirty="0">
            <a:solidFill>
              <a:schemeClr val="tx1"/>
            </a:solidFill>
            <a:latin typeface="Constantia" pitchFamily="18" charset="0"/>
          </a:endParaRPr>
        </a:p>
      </dgm:t>
    </dgm:pt>
    <dgm:pt modelId="{6B9DAB91-CDCB-4B95-B026-9D80E0ECE711}" type="parTrans" cxnId="{24C7A08F-585C-4041-AF7E-617654305CF8}">
      <dgm:prSet/>
      <dgm:spPr/>
      <dgm:t>
        <a:bodyPr/>
        <a:lstStyle/>
        <a:p>
          <a:endParaRPr lang="ru-RU"/>
        </a:p>
      </dgm:t>
    </dgm:pt>
    <dgm:pt modelId="{9F84F15A-4B8F-420E-959B-2ED1D61149FA}" type="sibTrans" cxnId="{24C7A08F-585C-4041-AF7E-617654305CF8}">
      <dgm:prSet/>
      <dgm:spPr/>
      <dgm:t>
        <a:bodyPr/>
        <a:lstStyle/>
        <a:p>
          <a:endParaRPr lang="ru-RU"/>
        </a:p>
      </dgm:t>
    </dgm:pt>
    <dgm:pt modelId="{7F316AF9-EE7D-43A2-999B-694F286A061C}">
      <dgm:prSet custT="1"/>
      <dgm:spPr/>
      <dgm:t>
        <a:bodyPr/>
        <a:lstStyle/>
        <a:p>
          <a:pPr rtl="0"/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Заохочення  прагнення учнів знаходити свій спосіб роботи  ,аналіз  способів  роботи інших учнів в ході уроку, вибір  і опановування  найбільш раціонального способу.</a:t>
          </a:r>
          <a:endParaRPr lang="ru-RU" sz="1600" b="1" dirty="0">
            <a:solidFill>
              <a:schemeClr val="tx1"/>
            </a:solidFill>
            <a:latin typeface="Constantia" pitchFamily="18" charset="0"/>
          </a:endParaRPr>
        </a:p>
      </dgm:t>
    </dgm:pt>
    <dgm:pt modelId="{F6EAA456-C257-41DA-8089-41B42418DCCA}" type="parTrans" cxnId="{E4AA611B-E0E6-43B7-AB74-763B383453BB}">
      <dgm:prSet/>
      <dgm:spPr/>
      <dgm:t>
        <a:bodyPr/>
        <a:lstStyle/>
        <a:p>
          <a:endParaRPr lang="ru-RU"/>
        </a:p>
      </dgm:t>
    </dgm:pt>
    <dgm:pt modelId="{45064E02-E3C4-4B7D-8EA8-8F0C2E4E74B9}" type="sibTrans" cxnId="{E4AA611B-E0E6-43B7-AB74-763B383453BB}">
      <dgm:prSet/>
      <dgm:spPr/>
      <dgm:t>
        <a:bodyPr/>
        <a:lstStyle/>
        <a:p>
          <a:endParaRPr lang="ru-RU"/>
        </a:p>
      </dgm:t>
    </dgm:pt>
    <dgm:pt modelId="{C25AB1A3-9B7A-4AB2-B2C6-CEE136BD07F1}">
      <dgm:prSet custT="1"/>
      <dgm:spPr/>
      <dgm:t>
        <a:bodyPr/>
        <a:lstStyle/>
        <a:p>
          <a:pPr rtl="0"/>
          <a:r>
            <a:rPr lang="uk-UA" sz="1600" b="1" dirty="0" smtClean="0">
              <a:solidFill>
                <a:schemeClr val="tx1"/>
              </a:solidFill>
              <a:latin typeface="Constantia" pitchFamily="18" charset="0"/>
            </a:rPr>
            <a:t>Створення  педагогічної ситуації спілкування на уроці, що дозволяє кожному учневі проявити ініціативу, самостійність, вибірковість у способах роботи, створення  умов  для самовдосконалення учнів.</a:t>
          </a:r>
          <a:endParaRPr lang="ru-RU" sz="1600" b="1" dirty="0">
            <a:solidFill>
              <a:schemeClr val="tx1"/>
            </a:solidFill>
            <a:latin typeface="Constantia" pitchFamily="18" charset="0"/>
          </a:endParaRPr>
        </a:p>
      </dgm:t>
    </dgm:pt>
    <dgm:pt modelId="{483CDFED-BE5C-4EE6-96D5-23A9B505EF62}" type="parTrans" cxnId="{B1258F21-B52F-41AA-81C1-3BDABF0BFFF6}">
      <dgm:prSet/>
      <dgm:spPr/>
      <dgm:t>
        <a:bodyPr/>
        <a:lstStyle/>
        <a:p>
          <a:endParaRPr lang="ru-RU"/>
        </a:p>
      </dgm:t>
    </dgm:pt>
    <dgm:pt modelId="{108F5484-C63D-41CD-B3B3-967496FEA3D3}" type="sibTrans" cxnId="{B1258F21-B52F-41AA-81C1-3BDABF0BFFF6}">
      <dgm:prSet/>
      <dgm:spPr/>
      <dgm:t>
        <a:bodyPr/>
        <a:lstStyle/>
        <a:p>
          <a:endParaRPr lang="ru-RU"/>
        </a:p>
      </dgm:t>
    </dgm:pt>
    <dgm:pt modelId="{616E42D3-C472-40CC-85CA-F8BE77E10A3D}" type="pres">
      <dgm:prSet presAssocID="{C5E046EE-5903-4F86-A12B-6FFBF36DDE55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uk-UA"/>
        </a:p>
      </dgm:t>
    </dgm:pt>
    <dgm:pt modelId="{E9729C77-5C5B-46DE-A85D-ABEE2EFCA339}" type="pres">
      <dgm:prSet presAssocID="{C5E046EE-5903-4F86-A12B-6FFBF36DDE55}" presName="Name1" presStyleCnt="0"/>
      <dgm:spPr/>
      <dgm:t>
        <a:bodyPr/>
        <a:lstStyle/>
        <a:p>
          <a:endParaRPr lang="ru-RU"/>
        </a:p>
      </dgm:t>
    </dgm:pt>
    <dgm:pt modelId="{752CE4D4-5E81-4360-BFE1-172D4E736B8F}" type="pres">
      <dgm:prSet presAssocID="{C5E046EE-5903-4F86-A12B-6FFBF36DDE55}" presName="cycle" presStyleCnt="0"/>
      <dgm:spPr/>
      <dgm:t>
        <a:bodyPr/>
        <a:lstStyle/>
        <a:p>
          <a:endParaRPr lang="ru-RU"/>
        </a:p>
      </dgm:t>
    </dgm:pt>
    <dgm:pt modelId="{B9048891-413E-4522-8B6B-10B9C75E7F67}" type="pres">
      <dgm:prSet presAssocID="{C5E046EE-5903-4F86-A12B-6FFBF36DDE55}" presName="srcNode" presStyleLbl="node1" presStyleIdx="0" presStyleCnt="7"/>
      <dgm:spPr/>
      <dgm:t>
        <a:bodyPr/>
        <a:lstStyle/>
        <a:p>
          <a:endParaRPr lang="ru-RU"/>
        </a:p>
      </dgm:t>
    </dgm:pt>
    <dgm:pt modelId="{4253EF6A-C8DE-4129-B554-72C596C7C747}" type="pres">
      <dgm:prSet presAssocID="{C5E046EE-5903-4F86-A12B-6FFBF36DDE55}" presName="conn" presStyleLbl="parChTrans1D2" presStyleIdx="0" presStyleCnt="1"/>
      <dgm:spPr/>
      <dgm:t>
        <a:bodyPr/>
        <a:lstStyle/>
        <a:p>
          <a:endParaRPr lang="uk-UA"/>
        </a:p>
      </dgm:t>
    </dgm:pt>
    <dgm:pt modelId="{2D21926D-7D47-4E9D-AE7C-839E72160A06}" type="pres">
      <dgm:prSet presAssocID="{C5E046EE-5903-4F86-A12B-6FFBF36DDE55}" presName="extraNode" presStyleLbl="node1" presStyleIdx="0" presStyleCnt="7"/>
      <dgm:spPr/>
      <dgm:t>
        <a:bodyPr/>
        <a:lstStyle/>
        <a:p>
          <a:endParaRPr lang="ru-RU"/>
        </a:p>
      </dgm:t>
    </dgm:pt>
    <dgm:pt modelId="{602FADFC-F2FE-43D4-BDCD-68F542D32F61}" type="pres">
      <dgm:prSet presAssocID="{C5E046EE-5903-4F86-A12B-6FFBF36DDE55}" presName="dstNode" presStyleLbl="node1" presStyleIdx="0" presStyleCnt="7"/>
      <dgm:spPr/>
      <dgm:t>
        <a:bodyPr/>
        <a:lstStyle/>
        <a:p>
          <a:endParaRPr lang="ru-RU"/>
        </a:p>
      </dgm:t>
    </dgm:pt>
    <dgm:pt modelId="{10DA8DB9-AB90-4365-B8A6-448AC256B8E2}" type="pres">
      <dgm:prSet presAssocID="{79603D15-49AA-4FAC-8665-4666D2406D7A}" presName="text_1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078F8947-0535-4D0F-B239-8E0E8018B7A9}" type="pres">
      <dgm:prSet presAssocID="{79603D15-49AA-4FAC-8665-4666D2406D7A}" presName="accent_1" presStyleCnt="0"/>
      <dgm:spPr/>
      <dgm:t>
        <a:bodyPr/>
        <a:lstStyle/>
        <a:p>
          <a:endParaRPr lang="ru-RU"/>
        </a:p>
      </dgm:t>
    </dgm:pt>
    <dgm:pt modelId="{A725B8CA-AB0A-49F8-9057-C409A6A8BFFE}" type="pres">
      <dgm:prSet presAssocID="{79603D15-49AA-4FAC-8665-4666D2406D7A}" presName="accentRepeatNode" presStyleLbl="solidFgAcc1" presStyleIdx="0" presStyleCnt="7"/>
      <dgm:spPr/>
      <dgm:t>
        <a:bodyPr/>
        <a:lstStyle/>
        <a:p>
          <a:endParaRPr lang="uk-UA"/>
        </a:p>
      </dgm:t>
    </dgm:pt>
    <dgm:pt modelId="{EC0521CE-B13A-43B0-8F83-CA1C3D58BE5D}" type="pres">
      <dgm:prSet presAssocID="{7EDBC00C-46EB-4139-AA3B-FC8229B9D3CD}" presName="text_2" presStyleLbl="node1" presStyleIdx="1" presStyleCnt="7" custScaleY="96257" custLinFactNeighborX="-435" custLinFactNeighborY="-26370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3049506-4A71-48D0-8442-3F1789D24640}" type="pres">
      <dgm:prSet presAssocID="{7EDBC00C-46EB-4139-AA3B-FC8229B9D3CD}" presName="accent_2" presStyleCnt="0"/>
      <dgm:spPr/>
      <dgm:t>
        <a:bodyPr/>
        <a:lstStyle/>
        <a:p>
          <a:endParaRPr lang="ru-RU"/>
        </a:p>
      </dgm:t>
    </dgm:pt>
    <dgm:pt modelId="{7719AE47-317E-476F-BC6B-D8FF75AE5DE9}" type="pres">
      <dgm:prSet presAssocID="{7EDBC00C-46EB-4139-AA3B-FC8229B9D3CD}" presName="accentRepeatNode" presStyleLbl="solidFgAcc1" presStyleIdx="1" presStyleCnt="7" custLinFactNeighborX="-13039" custLinFactNeighborY="-11096"/>
      <dgm:spPr/>
      <dgm:t>
        <a:bodyPr/>
        <a:lstStyle/>
        <a:p>
          <a:endParaRPr lang="uk-UA"/>
        </a:p>
      </dgm:t>
    </dgm:pt>
    <dgm:pt modelId="{54A867CA-2D58-4E6E-9BBB-E58AD72954B2}" type="pres">
      <dgm:prSet presAssocID="{88DCBAAB-2E5E-4C8F-A0F6-89CD3ABFF30A}" presName="text_3" presStyleLbl="node1" presStyleIdx="2" presStyleCnt="7" custScaleY="133018" custLinFactNeighborX="132" custLinFactNeighborY="-2895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51A3D4BF-D15B-45CD-BD50-9D783BC62DA6}" type="pres">
      <dgm:prSet presAssocID="{88DCBAAB-2E5E-4C8F-A0F6-89CD3ABFF30A}" presName="accent_3" presStyleCnt="0"/>
      <dgm:spPr/>
      <dgm:t>
        <a:bodyPr/>
        <a:lstStyle/>
        <a:p>
          <a:endParaRPr lang="ru-RU"/>
        </a:p>
      </dgm:t>
    </dgm:pt>
    <dgm:pt modelId="{9148E279-661F-4910-BCC9-B137FA8D2EE0}" type="pres">
      <dgm:prSet presAssocID="{88DCBAAB-2E5E-4C8F-A0F6-89CD3ABFF30A}" presName="accentRepeatNode" presStyleLbl="solidFgAcc1" presStyleIdx="2" presStyleCnt="7" custLinFactNeighborX="-7532" custLinFactNeighborY="-22221"/>
      <dgm:spPr/>
      <dgm:t>
        <a:bodyPr/>
        <a:lstStyle/>
        <a:p>
          <a:endParaRPr lang="uk-UA"/>
        </a:p>
      </dgm:t>
    </dgm:pt>
    <dgm:pt modelId="{CB2096E1-2B9B-4303-9EC6-B2130A4C9D0F}" type="pres">
      <dgm:prSet presAssocID="{861B3B03-3005-4DF1-9DA0-9BB620487811}" presName="text_4" presStyleLbl="node1" presStyleIdx="3" presStyleCnt="7" custScaleY="102907" custLinFactNeighborX="60" custLinFactNeighborY="-24491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FB1C4410-D9BD-4795-B460-6CC44CDDAA81}" type="pres">
      <dgm:prSet presAssocID="{861B3B03-3005-4DF1-9DA0-9BB620487811}" presName="accent_4" presStyleCnt="0"/>
      <dgm:spPr/>
      <dgm:t>
        <a:bodyPr/>
        <a:lstStyle/>
        <a:p>
          <a:endParaRPr lang="ru-RU"/>
        </a:p>
      </dgm:t>
    </dgm:pt>
    <dgm:pt modelId="{4FBD91AB-A059-478F-971A-9F3AF5110A7A}" type="pres">
      <dgm:prSet presAssocID="{861B3B03-3005-4DF1-9DA0-9BB620487811}" presName="accentRepeatNode" presStyleLbl="solidFgAcc1" presStyleIdx="3" presStyleCnt="7" custLinFactNeighborX="29" custLinFactNeighborY="-20873"/>
      <dgm:spPr/>
      <dgm:t>
        <a:bodyPr/>
        <a:lstStyle/>
        <a:p>
          <a:endParaRPr lang="uk-UA"/>
        </a:p>
      </dgm:t>
    </dgm:pt>
    <dgm:pt modelId="{EF34AD98-9211-4DD4-802F-CF9AC05A537D}" type="pres">
      <dgm:prSet presAssocID="{2E7B65D1-D503-448E-BD99-B9C9774D0E5F}" presName="text_5" presStyleLbl="node1" presStyleIdx="4" presStyleCnt="7" custScaleY="125120" custLinFactNeighborX="303" custLinFactNeighborY="-24347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F0DDAC05-CE62-479D-9315-DD1DB46D0BF6}" type="pres">
      <dgm:prSet presAssocID="{2E7B65D1-D503-448E-BD99-B9C9774D0E5F}" presName="accent_5" presStyleCnt="0"/>
      <dgm:spPr/>
      <dgm:t>
        <a:bodyPr/>
        <a:lstStyle/>
        <a:p>
          <a:endParaRPr lang="ru-RU"/>
        </a:p>
      </dgm:t>
    </dgm:pt>
    <dgm:pt modelId="{562D94CE-4450-498C-8FEE-380725DA296F}" type="pres">
      <dgm:prSet presAssocID="{2E7B65D1-D503-448E-BD99-B9C9774D0E5F}" presName="accentRepeatNode" presStyleLbl="solidFgAcc1" presStyleIdx="4" presStyleCnt="7" custLinFactNeighborX="2586" custLinFactNeighborY="-19526"/>
      <dgm:spPr/>
      <dgm:t>
        <a:bodyPr/>
        <a:lstStyle/>
        <a:p>
          <a:endParaRPr lang="uk-UA"/>
        </a:p>
      </dgm:t>
    </dgm:pt>
    <dgm:pt modelId="{9CF268F9-1AD4-42FE-8134-5EEC70193CEC}" type="pres">
      <dgm:prSet presAssocID="{7F316AF9-EE7D-43A2-999B-694F286A061C}" presName="text_6" presStyleLbl="node1" presStyleIdx="5" presStyleCnt="7" custScaleY="124980" custLinFactNeighborX="1600" custLinFactNeighborY="-2262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5275F56C-9604-48DF-A093-839612833D0B}" type="pres">
      <dgm:prSet presAssocID="{7F316AF9-EE7D-43A2-999B-694F286A061C}" presName="accent_6" presStyleCnt="0"/>
      <dgm:spPr/>
      <dgm:t>
        <a:bodyPr/>
        <a:lstStyle/>
        <a:p>
          <a:endParaRPr lang="ru-RU"/>
        </a:p>
      </dgm:t>
    </dgm:pt>
    <dgm:pt modelId="{44C1023D-8427-4292-AEED-9EBEDE022942}" type="pres">
      <dgm:prSet presAssocID="{7F316AF9-EE7D-43A2-999B-694F286A061C}" presName="accentRepeatNode" presStyleLbl="solidFgAcc1" presStyleIdx="5" presStyleCnt="7" custLinFactNeighborX="11933" custLinFactNeighborY="-18090"/>
      <dgm:spPr/>
      <dgm:t>
        <a:bodyPr/>
        <a:lstStyle/>
        <a:p>
          <a:endParaRPr lang="uk-UA"/>
        </a:p>
      </dgm:t>
    </dgm:pt>
    <dgm:pt modelId="{00DA3258-642B-4D67-AF8D-1DFFD1279E2D}" type="pres">
      <dgm:prSet presAssocID="{C25AB1A3-9B7A-4AB2-B2C6-CEE136BD07F1}" presName="text_7" presStyleLbl="node1" presStyleIdx="6" presStyleCnt="7" custScaleY="150029" custLinFactNeighborX="1878" custLinFactNeighborY="-21061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50049CA3-63C0-42B6-97D7-55CA9D250C38}" type="pres">
      <dgm:prSet presAssocID="{C25AB1A3-9B7A-4AB2-B2C6-CEE136BD07F1}" presName="accent_7" presStyleCnt="0"/>
      <dgm:spPr/>
      <dgm:t>
        <a:bodyPr/>
        <a:lstStyle/>
        <a:p>
          <a:endParaRPr lang="ru-RU"/>
        </a:p>
      </dgm:t>
    </dgm:pt>
    <dgm:pt modelId="{8F5550BF-AD19-4915-99EE-ED2CCD8F25B0}" type="pres">
      <dgm:prSet presAssocID="{C25AB1A3-9B7A-4AB2-B2C6-CEE136BD07F1}" presName="accentRepeatNode" presStyleLbl="solidFgAcc1" presStyleIdx="6" presStyleCnt="7" custScaleX="111288" custScaleY="111288" custLinFactNeighborX="13552" custLinFactNeighborY="-26860"/>
      <dgm:spPr/>
      <dgm:t>
        <a:bodyPr/>
        <a:lstStyle/>
        <a:p>
          <a:endParaRPr lang="uk-UA"/>
        </a:p>
      </dgm:t>
    </dgm:pt>
  </dgm:ptLst>
  <dgm:cxnLst>
    <dgm:cxn modelId="{4F54DB18-B270-4676-9547-4C6898D90FE3}" type="presOf" srcId="{2E7B65D1-D503-448E-BD99-B9C9774D0E5F}" destId="{EF34AD98-9211-4DD4-802F-CF9AC05A537D}" srcOrd="0" destOrd="0" presId="urn:microsoft.com/office/officeart/2008/layout/VerticalCurvedList"/>
    <dgm:cxn modelId="{3537040A-671A-49F0-BD43-79580B5FBB9B}" type="presOf" srcId="{88DCBAAB-2E5E-4C8F-A0F6-89CD3ABFF30A}" destId="{54A867CA-2D58-4E6E-9BBB-E58AD72954B2}" srcOrd="0" destOrd="0" presId="urn:microsoft.com/office/officeart/2008/layout/VerticalCurvedList"/>
    <dgm:cxn modelId="{E853144D-3D61-450E-A1B5-F859A2A947D7}" type="presOf" srcId="{7EDBC00C-46EB-4139-AA3B-FC8229B9D3CD}" destId="{EC0521CE-B13A-43B0-8F83-CA1C3D58BE5D}" srcOrd="0" destOrd="0" presId="urn:microsoft.com/office/officeart/2008/layout/VerticalCurvedList"/>
    <dgm:cxn modelId="{632B6329-D8E0-4F30-9F7F-183D6DB243D1}" srcId="{C5E046EE-5903-4F86-A12B-6FFBF36DDE55}" destId="{88DCBAAB-2E5E-4C8F-A0F6-89CD3ABFF30A}" srcOrd="2" destOrd="0" parTransId="{57E2940A-E435-4AB8-8202-F67408F8F05C}" sibTransId="{C78311EE-1C44-44B6-83F9-F00091B472A0}"/>
    <dgm:cxn modelId="{B1258F21-B52F-41AA-81C1-3BDABF0BFFF6}" srcId="{C5E046EE-5903-4F86-A12B-6FFBF36DDE55}" destId="{C25AB1A3-9B7A-4AB2-B2C6-CEE136BD07F1}" srcOrd="6" destOrd="0" parTransId="{483CDFED-BE5C-4EE6-96D5-23A9B505EF62}" sibTransId="{108F5484-C63D-41CD-B3B3-967496FEA3D3}"/>
    <dgm:cxn modelId="{97B873B0-77EE-4254-AEBB-8DCF086C6D92}" type="presOf" srcId="{C25AB1A3-9B7A-4AB2-B2C6-CEE136BD07F1}" destId="{00DA3258-642B-4D67-AF8D-1DFFD1279E2D}" srcOrd="0" destOrd="0" presId="urn:microsoft.com/office/officeart/2008/layout/VerticalCurvedList"/>
    <dgm:cxn modelId="{E44A497B-CBD4-4371-80CF-9AF6FBC8D034}" srcId="{C5E046EE-5903-4F86-A12B-6FFBF36DDE55}" destId="{861B3B03-3005-4DF1-9DA0-9BB620487811}" srcOrd="3" destOrd="0" parTransId="{409CEAB7-CD6C-4CA5-90B1-B3EC538F233B}" sibTransId="{C6DE7907-47F8-41A0-B53A-00B8C3A3AEED}"/>
    <dgm:cxn modelId="{958F1A01-9842-497E-8C3C-3D7FF600B130}" type="presOf" srcId="{861B3B03-3005-4DF1-9DA0-9BB620487811}" destId="{CB2096E1-2B9B-4303-9EC6-B2130A4C9D0F}" srcOrd="0" destOrd="0" presId="urn:microsoft.com/office/officeart/2008/layout/VerticalCurvedList"/>
    <dgm:cxn modelId="{E4AA611B-E0E6-43B7-AB74-763B383453BB}" srcId="{C5E046EE-5903-4F86-A12B-6FFBF36DDE55}" destId="{7F316AF9-EE7D-43A2-999B-694F286A061C}" srcOrd="5" destOrd="0" parTransId="{F6EAA456-C257-41DA-8089-41B42418DCCA}" sibTransId="{45064E02-E3C4-4B7D-8EA8-8F0C2E4E74B9}"/>
    <dgm:cxn modelId="{F3B3C12C-0BF1-4DAF-B24A-69228B164619}" srcId="{C5E046EE-5903-4F86-A12B-6FFBF36DDE55}" destId="{79603D15-49AA-4FAC-8665-4666D2406D7A}" srcOrd="0" destOrd="0" parTransId="{41E8E91E-0F40-42C6-8D4F-245207A99F82}" sibTransId="{435D925A-300E-4DF6-9933-D05C399B7C03}"/>
    <dgm:cxn modelId="{24C7A08F-585C-4041-AF7E-617654305CF8}" srcId="{C5E046EE-5903-4F86-A12B-6FFBF36DDE55}" destId="{2E7B65D1-D503-448E-BD99-B9C9774D0E5F}" srcOrd="4" destOrd="0" parTransId="{6B9DAB91-CDCB-4B95-B026-9D80E0ECE711}" sibTransId="{9F84F15A-4B8F-420E-959B-2ED1D61149FA}"/>
    <dgm:cxn modelId="{7B81BE83-AB73-443B-95C8-BA01A2C76B3F}" type="presOf" srcId="{79603D15-49AA-4FAC-8665-4666D2406D7A}" destId="{10DA8DB9-AB90-4365-B8A6-448AC256B8E2}" srcOrd="0" destOrd="0" presId="urn:microsoft.com/office/officeart/2008/layout/VerticalCurvedList"/>
    <dgm:cxn modelId="{198A509D-8EF6-4279-A72D-BFE6B0030327}" type="presOf" srcId="{435D925A-300E-4DF6-9933-D05C399B7C03}" destId="{4253EF6A-C8DE-4129-B554-72C596C7C747}" srcOrd="0" destOrd="0" presId="urn:microsoft.com/office/officeart/2008/layout/VerticalCurvedList"/>
    <dgm:cxn modelId="{05CCE5FA-FA2B-4A82-B44C-68E5F478D559}" type="presOf" srcId="{7F316AF9-EE7D-43A2-999B-694F286A061C}" destId="{9CF268F9-1AD4-42FE-8134-5EEC70193CEC}" srcOrd="0" destOrd="0" presId="urn:microsoft.com/office/officeart/2008/layout/VerticalCurvedList"/>
    <dgm:cxn modelId="{D8686B5C-0A0C-4CD4-A740-E27BB733D432}" srcId="{C5E046EE-5903-4F86-A12B-6FFBF36DDE55}" destId="{7EDBC00C-46EB-4139-AA3B-FC8229B9D3CD}" srcOrd="1" destOrd="0" parTransId="{530BFE23-711C-4456-A927-E40430801881}" sibTransId="{70082210-4FFC-474E-9F0D-6F45832770C1}"/>
    <dgm:cxn modelId="{F6EC4982-D1AE-424E-9759-5885A19748E0}" type="presOf" srcId="{C5E046EE-5903-4F86-A12B-6FFBF36DDE55}" destId="{616E42D3-C472-40CC-85CA-F8BE77E10A3D}" srcOrd="0" destOrd="0" presId="urn:microsoft.com/office/officeart/2008/layout/VerticalCurvedList"/>
    <dgm:cxn modelId="{7A40DA6E-7B85-4A0F-B71B-00A23E2C3DA9}" type="presParOf" srcId="{616E42D3-C472-40CC-85CA-F8BE77E10A3D}" destId="{E9729C77-5C5B-46DE-A85D-ABEE2EFCA339}" srcOrd="0" destOrd="0" presId="urn:microsoft.com/office/officeart/2008/layout/VerticalCurvedList"/>
    <dgm:cxn modelId="{FE9B2FEF-4A2F-4A7E-A255-A28B822E3073}" type="presParOf" srcId="{E9729C77-5C5B-46DE-A85D-ABEE2EFCA339}" destId="{752CE4D4-5E81-4360-BFE1-172D4E736B8F}" srcOrd="0" destOrd="0" presId="urn:microsoft.com/office/officeart/2008/layout/VerticalCurvedList"/>
    <dgm:cxn modelId="{B1AB3980-6B99-4CDD-8F0D-7392F1A035E1}" type="presParOf" srcId="{752CE4D4-5E81-4360-BFE1-172D4E736B8F}" destId="{B9048891-413E-4522-8B6B-10B9C75E7F67}" srcOrd="0" destOrd="0" presId="urn:microsoft.com/office/officeart/2008/layout/VerticalCurvedList"/>
    <dgm:cxn modelId="{24EA4BF5-A430-4F5D-BD7F-55A17CE0B7BC}" type="presParOf" srcId="{752CE4D4-5E81-4360-BFE1-172D4E736B8F}" destId="{4253EF6A-C8DE-4129-B554-72C596C7C747}" srcOrd="1" destOrd="0" presId="urn:microsoft.com/office/officeart/2008/layout/VerticalCurvedList"/>
    <dgm:cxn modelId="{DC858930-118B-4EF6-B542-EBCF82BB55E2}" type="presParOf" srcId="{752CE4D4-5E81-4360-BFE1-172D4E736B8F}" destId="{2D21926D-7D47-4E9D-AE7C-839E72160A06}" srcOrd="2" destOrd="0" presId="urn:microsoft.com/office/officeart/2008/layout/VerticalCurvedList"/>
    <dgm:cxn modelId="{B13CC14A-4616-4832-8A0C-21F5808DFD9A}" type="presParOf" srcId="{752CE4D4-5E81-4360-BFE1-172D4E736B8F}" destId="{602FADFC-F2FE-43D4-BDCD-68F542D32F61}" srcOrd="3" destOrd="0" presId="urn:microsoft.com/office/officeart/2008/layout/VerticalCurvedList"/>
    <dgm:cxn modelId="{F33033F8-B386-47F1-A600-0E88D18B0967}" type="presParOf" srcId="{E9729C77-5C5B-46DE-A85D-ABEE2EFCA339}" destId="{10DA8DB9-AB90-4365-B8A6-448AC256B8E2}" srcOrd="1" destOrd="0" presId="urn:microsoft.com/office/officeart/2008/layout/VerticalCurvedList"/>
    <dgm:cxn modelId="{510D017A-7C73-481F-AF7E-1B424FAAEFB1}" type="presParOf" srcId="{E9729C77-5C5B-46DE-A85D-ABEE2EFCA339}" destId="{078F8947-0535-4D0F-B239-8E0E8018B7A9}" srcOrd="2" destOrd="0" presId="urn:microsoft.com/office/officeart/2008/layout/VerticalCurvedList"/>
    <dgm:cxn modelId="{E3B1D77A-94E3-4CEE-868B-82ADBFC5729C}" type="presParOf" srcId="{078F8947-0535-4D0F-B239-8E0E8018B7A9}" destId="{A725B8CA-AB0A-49F8-9057-C409A6A8BFFE}" srcOrd="0" destOrd="0" presId="urn:microsoft.com/office/officeart/2008/layout/VerticalCurvedList"/>
    <dgm:cxn modelId="{CD71E320-5C6E-4C64-983A-99288FE44E53}" type="presParOf" srcId="{E9729C77-5C5B-46DE-A85D-ABEE2EFCA339}" destId="{EC0521CE-B13A-43B0-8F83-CA1C3D58BE5D}" srcOrd="3" destOrd="0" presId="urn:microsoft.com/office/officeart/2008/layout/VerticalCurvedList"/>
    <dgm:cxn modelId="{9E8C8504-4C20-4113-81AA-C7D8EEEFB23C}" type="presParOf" srcId="{E9729C77-5C5B-46DE-A85D-ABEE2EFCA339}" destId="{73049506-4A71-48D0-8442-3F1789D24640}" srcOrd="4" destOrd="0" presId="urn:microsoft.com/office/officeart/2008/layout/VerticalCurvedList"/>
    <dgm:cxn modelId="{F9D1EBB3-8D42-4654-948A-BC7B0F986215}" type="presParOf" srcId="{73049506-4A71-48D0-8442-3F1789D24640}" destId="{7719AE47-317E-476F-BC6B-D8FF75AE5DE9}" srcOrd="0" destOrd="0" presId="urn:microsoft.com/office/officeart/2008/layout/VerticalCurvedList"/>
    <dgm:cxn modelId="{2F4510FD-47AD-4CB5-B555-C8D787E49B08}" type="presParOf" srcId="{E9729C77-5C5B-46DE-A85D-ABEE2EFCA339}" destId="{54A867CA-2D58-4E6E-9BBB-E58AD72954B2}" srcOrd="5" destOrd="0" presId="urn:microsoft.com/office/officeart/2008/layout/VerticalCurvedList"/>
    <dgm:cxn modelId="{06E17EE1-3AE7-4BF5-B191-865BB5BA4ED0}" type="presParOf" srcId="{E9729C77-5C5B-46DE-A85D-ABEE2EFCA339}" destId="{51A3D4BF-D15B-45CD-BD50-9D783BC62DA6}" srcOrd="6" destOrd="0" presId="urn:microsoft.com/office/officeart/2008/layout/VerticalCurvedList"/>
    <dgm:cxn modelId="{D35A3934-516F-4D93-BE9A-941849C3C82C}" type="presParOf" srcId="{51A3D4BF-D15B-45CD-BD50-9D783BC62DA6}" destId="{9148E279-661F-4910-BCC9-B137FA8D2EE0}" srcOrd="0" destOrd="0" presId="urn:microsoft.com/office/officeart/2008/layout/VerticalCurvedList"/>
    <dgm:cxn modelId="{952FC571-1115-4540-A35E-9AB701D7E685}" type="presParOf" srcId="{E9729C77-5C5B-46DE-A85D-ABEE2EFCA339}" destId="{CB2096E1-2B9B-4303-9EC6-B2130A4C9D0F}" srcOrd="7" destOrd="0" presId="urn:microsoft.com/office/officeart/2008/layout/VerticalCurvedList"/>
    <dgm:cxn modelId="{D31B3666-389B-43E6-B71F-3979F4DBBFE3}" type="presParOf" srcId="{E9729C77-5C5B-46DE-A85D-ABEE2EFCA339}" destId="{FB1C4410-D9BD-4795-B460-6CC44CDDAA81}" srcOrd="8" destOrd="0" presId="urn:microsoft.com/office/officeart/2008/layout/VerticalCurvedList"/>
    <dgm:cxn modelId="{5F22806A-9A22-4848-9CBC-A84AFA2D84B7}" type="presParOf" srcId="{FB1C4410-D9BD-4795-B460-6CC44CDDAA81}" destId="{4FBD91AB-A059-478F-971A-9F3AF5110A7A}" srcOrd="0" destOrd="0" presId="urn:microsoft.com/office/officeart/2008/layout/VerticalCurvedList"/>
    <dgm:cxn modelId="{801F9F21-670D-4C08-B371-95C6114B59F2}" type="presParOf" srcId="{E9729C77-5C5B-46DE-A85D-ABEE2EFCA339}" destId="{EF34AD98-9211-4DD4-802F-CF9AC05A537D}" srcOrd="9" destOrd="0" presId="urn:microsoft.com/office/officeart/2008/layout/VerticalCurvedList"/>
    <dgm:cxn modelId="{5A245368-A8DE-4CC8-BE11-B5108D28229B}" type="presParOf" srcId="{E9729C77-5C5B-46DE-A85D-ABEE2EFCA339}" destId="{F0DDAC05-CE62-479D-9315-DD1DB46D0BF6}" srcOrd="10" destOrd="0" presId="urn:microsoft.com/office/officeart/2008/layout/VerticalCurvedList"/>
    <dgm:cxn modelId="{7B6DFE65-E495-444A-A22B-13F32A13CDC0}" type="presParOf" srcId="{F0DDAC05-CE62-479D-9315-DD1DB46D0BF6}" destId="{562D94CE-4450-498C-8FEE-380725DA296F}" srcOrd="0" destOrd="0" presId="urn:microsoft.com/office/officeart/2008/layout/VerticalCurvedList"/>
    <dgm:cxn modelId="{9C09339A-12EE-4644-AB1C-094A1450D0C4}" type="presParOf" srcId="{E9729C77-5C5B-46DE-A85D-ABEE2EFCA339}" destId="{9CF268F9-1AD4-42FE-8134-5EEC70193CEC}" srcOrd="11" destOrd="0" presId="urn:microsoft.com/office/officeart/2008/layout/VerticalCurvedList"/>
    <dgm:cxn modelId="{949B6765-7C68-4792-A09A-3B3528818551}" type="presParOf" srcId="{E9729C77-5C5B-46DE-A85D-ABEE2EFCA339}" destId="{5275F56C-9604-48DF-A093-839612833D0B}" srcOrd="12" destOrd="0" presId="urn:microsoft.com/office/officeart/2008/layout/VerticalCurvedList"/>
    <dgm:cxn modelId="{3CB07498-26CD-4918-BE59-FDD03FCB0FB0}" type="presParOf" srcId="{5275F56C-9604-48DF-A093-839612833D0B}" destId="{44C1023D-8427-4292-AEED-9EBEDE022942}" srcOrd="0" destOrd="0" presId="urn:microsoft.com/office/officeart/2008/layout/VerticalCurvedList"/>
    <dgm:cxn modelId="{F4F25A87-40E6-497A-B5F5-009AAAD4B710}" type="presParOf" srcId="{E9729C77-5C5B-46DE-A85D-ABEE2EFCA339}" destId="{00DA3258-642B-4D67-AF8D-1DFFD1279E2D}" srcOrd="13" destOrd="0" presId="urn:microsoft.com/office/officeart/2008/layout/VerticalCurvedList"/>
    <dgm:cxn modelId="{C75F865E-8505-47A7-A01B-8F3FE1B95EAE}" type="presParOf" srcId="{E9729C77-5C5B-46DE-A85D-ABEE2EFCA339}" destId="{50049CA3-63C0-42B6-97D7-55CA9D250C38}" srcOrd="14" destOrd="0" presId="urn:microsoft.com/office/officeart/2008/layout/VerticalCurvedList"/>
    <dgm:cxn modelId="{5E7305AD-C1EB-4AE2-969A-6AB2F9D45832}" type="presParOf" srcId="{50049CA3-63C0-42B6-97D7-55CA9D250C38}" destId="{8F5550BF-AD19-4915-99EE-ED2CCD8F25B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3B64E4-9949-4DBE-AB2F-5510928870DD}" type="doc">
      <dgm:prSet loTypeId="urn:microsoft.com/office/officeart/2005/8/layout/radial6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8BD282F2-FCAC-4377-82D6-AE972D92811C}">
      <dgm:prSet phldrT="[Текст]" custT="1"/>
      <dgm:spPr/>
      <dgm:t>
        <a:bodyPr/>
        <a:lstStyle/>
        <a:p>
          <a:r>
            <a:rPr lang="uk-UA" sz="2800" b="0" i="0" dirty="0" smtClean="0">
              <a:solidFill>
                <a:schemeClr val="tx1"/>
              </a:solidFill>
              <a:effectLst/>
              <a:latin typeface="Monotype Corsiva" pitchFamily="66" charset="0"/>
            </a:rPr>
            <a:t>методи особистісно-орієнтованого навчання</a:t>
          </a:r>
          <a:endParaRPr lang="ru-RU" sz="2800" b="0" i="0" dirty="0">
            <a:solidFill>
              <a:schemeClr val="tx1"/>
            </a:solidFill>
            <a:effectLst/>
            <a:latin typeface="Monotype Corsiva" pitchFamily="66" charset="0"/>
          </a:endParaRPr>
        </a:p>
      </dgm:t>
    </dgm:pt>
    <dgm:pt modelId="{6DBDC147-5FDD-4AC8-82AB-DD5FEAC310D1}" type="parTrans" cxnId="{011A0B10-37C2-45F8-BF33-D3F6F38476A9}">
      <dgm:prSet/>
      <dgm:spPr/>
      <dgm:t>
        <a:bodyPr/>
        <a:lstStyle/>
        <a:p>
          <a:endParaRPr lang="ru-RU"/>
        </a:p>
      </dgm:t>
    </dgm:pt>
    <dgm:pt modelId="{FD40F3AF-F0A0-46E8-A04E-15949B62F066}" type="sibTrans" cxnId="{011A0B10-37C2-45F8-BF33-D3F6F38476A9}">
      <dgm:prSet/>
      <dgm:spPr/>
      <dgm:t>
        <a:bodyPr/>
        <a:lstStyle/>
        <a:p>
          <a:endParaRPr lang="ru-RU"/>
        </a:p>
      </dgm:t>
    </dgm:pt>
    <dgm:pt modelId="{16B2612D-B45D-44E3-9709-81DD04D0F9AA}">
      <dgm:prSet phldrT="[Текст]" custT="1"/>
      <dgm:spPr/>
      <dgm:t>
        <a:bodyPr/>
        <a:lstStyle/>
        <a:p>
          <a:r>
            <a:rPr lang="uk-UA" sz="1600" dirty="0" smtClean="0"/>
            <a:t>інформаційні</a:t>
          </a:r>
          <a:endParaRPr lang="ru-RU" sz="1600" dirty="0" smtClean="0"/>
        </a:p>
      </dgm:t>
    </dgm:pt>
    <dgm:pt modelId="{07C125D2-9277-498E-90A0-0C5D4F3523FB}" type="parTrans" cxnId="{CEA84975-45D7-4A76-87E5-CE7AC4746F1A}">
      <dgm:prSet/>
      <dgm:spPr/>
      <dgm:t>
        <a:bodyPr/>
        <a:lstStyle/>
        <a:p>
          <a:endParaRPr lang="ru-RU"/>
        </a:p>
      </dgm:t>
    </dgm:pt>
    <dgm:pt modelId="{9C9BC08F-1E0E-45AF-AFBD-AB6C03497C45}" type="sibTrans" cxnId="{CEA84975-45D7-4A76-87E5-CE7AC4746F1A}">
      <dgm:prSet/>
      <dgm:spPr/>
      <dgm:t>
        <a:bodyPr/>
        <a:lstStyle/>
        <a:p>
          <a:endParaRPr lang="ru-RU"/>
        </a:p>
      </dgm:t>
    </dgm:pt>
    <dgm:pt modelId="{36B12F4A-DEB9-49A9-B1D1-BC832DE431D5}">
      <dgm:prSet phldrT="[Текст]"/>
      <dgm:spPr/>
      <dgm:t>
        <a:bodyPr/>
        <a:lstStyle/>
        <a:p>
          <a:r>
            <a:rPr lang="uk-UA" dirty="0" smtClean="0"/>
            <a:t>діалогові</a:t>
          </a:r>
          <a:endParaRPr lang="ru-RU" dirty="0"/>
        </a:p>
      </dgm:t>
    </dgm:pt>
    <dgm:pt modelId="{81968080-C813-40F6-95E9-B71446E30F72}" type="parTrans" cxnId="{0D38DBAE-6B98-4D59-A6EF-8917F92B05EA}">
      <dgm:prSet/>
      <dgm:spPr/>
      <dgm:t>
        <a:bodyPr/>
        <a:lstStyle/>
        <a:p>
          <a:endParaRPr lang="ru-RU"/>
        </a:p>
      </dgm:t>
    </dgm:pt>
    <dgm:pt modelId="{C497C952-26B0-40E6-AAED-99A299DAD353}" type="sibTrans" cxnId="{0D38DBAE-6B98-4D59-A6EF-8917F92B05EA}">
      <dgm:prSet/>
      <dgm:spPr/>
      <dgm:t>
        <a:bodyPr/>
        <a:lstStyle/>
        <a:p>
          <a:endParaRPr lang="ru-RU"/>
        </a:p>
      </dgm:t>
    </dgm:pt>
    <dgm:pt modelId="{C4874C18-9D73-4F8D-933A-6C0C19FB3336}">
      <dgm:prSet phldrT="[Текст]"/>
      <dgm:spPr/>
      <dgm:t>
        <a:bodyPr/>
        <a:lstStyle/>
        <a:p>
          <a:r>
            <a:rPr lang="uk-UA" dirty="0" smtClean="0"/>
            <a:t>ігрові</a:t>
          </a:r>
          <a:endParaRPr lang="ru-RU" dirty="0"/>
        </a:p>
      </dgm:t>
    </dgm:pt>
    <dgm:pt modelId="{A240D275-A929-4A7E-9D50-24BA43E768EA}" type="parTrans" cxnId="{924D0B39-11EE-4473-85AA-6EF9E0B08E72}">
      <dgm:prSet/>
      <dgm:spPr/>
      <dgm:t>
        <a:bodyPr/>
        <a:lstStyle/>
        <a:p>
          <a:endParaRPr lang="ru-RU"/>
        </a:p>
      </dgm:t>
    </dgm:pt>
    <dgm:pt modelId="{3A64C391-E6B9-4E9E-AEE5-91264F14A1A0}" type="sibTrans" cxnId="{924D0B39-11EE-4473-85AA-6EF9E0B08E72}">
      <dgm:prSet/>
      <dgm:spPr/>
      <dgm:t>
        <a:bodyPr/>
        <a:lstStyle/>
        <a:p>
          <a:endParaRPr lang="ru-RU"/>
        </a:p>
      </dgm:t>
    </dgm:pt>
    <dgm:pt modelId="{491CA322-9714-4F9A-85D5-3451447AF3FA}">
      <dgm:prSet/>
      <dgm:spPr/>
      <dgm:t>
        <a:bodyPr/>
        <a:lstStyle/>
        <a:p>
          <a:r>
            <a:rPr lang="uk-UA" dirty="0" smtClean="0"/>
            <a:t>інтерактивні</a:t>
          </a:r>
          <a:endParaRPr lang="ru-RU" dirty="0"/>
        </a:p>
      </dgm:t>
    </dgm:pt>
    <dgm:pt modelId="{793E05D0-A61A-4827-858E-A6CB174F13E8}" type="parTrans" cxnId="{C5FD0FE1-DCD7-4AD7-8EE4-8817C5A6B84C}">
      <dgm:prSet/>
      <dgm:spPr/>
      <dgm:t>
        <a:bodyPr/>
        <a:lstStyle/>
        <a:p>
          <a:endParaRPr lang="ru-RU"/>
        </a:p>
      </dgm:t>
    </dgm:pt>
    <dgm:pt modelId="{78505F0C-73AA-4275-BD07-12C960AF749C}" type="sibTrans" cxnId="{C5FD0FE1-DCD7-4AD7-8EE4-8817C5A6B84C}">
      <dgm:prSet/>
      <dgm:spPr/>
      <dgm:t>
        <a:bodyPr/>
        <a:lstStyle/>
        <a:p>
          <a:endParaRPr lang="ru-RU"/>
        </a:p>
      </dgm:t>
    </dgm:pt>
    <dgm:pt modelId="{F13F04F0-486C-4C3C-872E-8FBDE8B80F2F}">
      <dgm:prSet/>
      <dgm:spPr/>
      <dgm:t>
        <a:bodyPr/>
        <a:lstStyle/>
        <a:p>
          <a:r>
            <a:rPr lang="uk-UA" dirty="0" smtClean="0"/>
            <a:t>навчання у співпраці</a:t>
          </a:r>
          <a:endParaRPr lang="uk-UA" dirty="0"/>
        </a:p>
      </dgm:t>
    </dgm:pt>
    <dgm:pt modelId="{48D8B3C9-37A3-4AAD-85D0-E93FB2B403DF}" type="parTrans" cxnId="{B7BC57B0-80D0-49A2-81AA-85CAA8704F55}">
      <dgm:prSet/>
      <dgm:spPr/>
      <dgm:t>
        <a:bodyPr/>
        <a:lstStyle/>
        <a:p>
          <a:endParaRPr lang="ru-RU"/>
        </a:p>
      </dgm:t>
    </dgm:pt>
    <dgm:pt modelId="{8F8C42F5-0D2E-4D77-8E62-2C7B7FC28F0F}" type="sibTrans" cxnId="{B7BC57B0-80D0-49A2-81AA-85CAA8704F55}">
      <dgm:prSet/>
      <dgm:spPr/>
      <dgm:t>
        <a:bodyPr/>
        <a:lstStyle/>
        <a:p>
          <a:endParaRPr lang="ru-RU"/>
        </a:p>
      </dgm:t>
    </dgm:pt>
    <dgm:pt modelId="{27B6BCC7-698D-49CE-81F8-551142D9A654}" type="pres">
      <dgm:prSet presAssocID="{D03B64E4-9949-4DBE-AB2F-5510928870DD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301ED2D-5041-4564-88FE-4928D9C9A4D9}" type="pres">
      <dgm:prSet presAssocID="{8BD282F2-FCAC-4377-82D6-AE972D92811C}" presName="centerShape" presStyleLbl="node0" presStyleIdx="0" presStyleCnt="1" custScaleX="130297" custScaleY="108624"/>
      <dgm:spPr/>
      <dgm:t>
        <a:bodyPr/>
        <a:lstStyle/>
        <a:p>
          <a:endParaRPr lang="ru-RU"/>
        </a:p>
      </dgm:t>
    </dgm:pt>
    <dgm:pt modelId="{99496515-596A-4539-A82A-96D0842576EB}" type="pres">
      <dgm:prSet presAssocID="{16B2612D-B45D-44E3-9709-81DD04D0F9AA}" presName="node" presStyleLbl="node1" presStyleIdx="0" presStyleCnt="5" custScaleX="118079" custScaleY="10266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F95204-4A67-414E-8667-192007B6520B}" type="pres">
      <dgm:prSet presAssocID="{16B2612D-B45D-44E3-9709-81DD04D0F9AA}" presName="dummy" presStyleCnt="0"/>
      <dgm:spPr/>
    </dgm:pt>
    <dgm:pt modelId="{75C09F01-1854-45E3-A609-89728CAFDB3F}" type="pres">
      <dgm:prSet presAssocID="{9C9BC08F-1E0E-45AF-AFBD-AB6C03497C45}" presName="sibTrans" presStyleLbl="sibTrans2D1" presStyleIdx="0" presStyleCnt="5"/>
      <dgm:spPr/>
      <dgm:t>
        <a:bodyPr/>
        <a:lstStyle/>
        <a:p>
          <a:endParaRPr lang="ru-RU"/>
        </a:p>
      </dgm:t>
    </dgm:pt>
    <dgm:pt modelId="{78F04D20-59D7-427D-93AF-EB34BE9A0160}" type="pres">
      <dgm:prSet presAssocID="{F13F04F0-486C-4C3C-872E-8FBDE8B80F2F}" presName="node" presStyleLbl="node1" presStyleIdx="1" presStyleCnt="5" custScaleX="103121" custScaleY="10923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566DCB0-F5DF-467B-8F97-0738A2F40659}" type="pres">
      <dgm:prSet presAssocID="{F13F04F0-486C-4C3C-872E-8FBDE8B80F2F}" presName="dummy" presStyleCnt="0"/>
      <dgm:spPr/>
    </dgm:pt>
    <dgm:pt modelId="{E92B7B82-19A6-4EB7-B611-DEAA938BFE3B}" type="pres">
      <dgm:prSet presAssocID="{8F8C42F5-0D2E-4D77-8E62-2C7B7FC28F0F}" presName="sibTrans" presStyleLbl="sibTrans2D1" presStyleIdx="1" presStyleCnt="5"/>
      <dgm:spPr/>
      <dgm:t>
        <a:bodyPr/>
        <a:lstStyle/>
        <a:p>
          <a:endParaRPr lang="ru-RU"/>
        </a:p>
      </dgm:t>
    </dgm:pt>
    <dgm:pt modelId="{ED46C574-A0B0-4C42-A8E6-F26E6F478BA7}" type="pres">
      <dgm:prSet presAssocID="{36B12F4A-DEB9-49A9-B1D1-BC832DE431D5}" presName="node" presStyleLbl="node1" presStyleIdx="2" presStyleCnt="5" custScaleX="110034" custScaleY="10573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4C8288-9E6A-4989-BF32-9D1B6F5C0BE7}" type="pres">
      <dgm:prSet presAssocID="{36B12F4A-DEB9-49A9-B1D1-BC832DE431D5}" presName="dummy" presStyleCnt="0"/>
      <dgm:spPr/>
    </dgm:pt>
    <dgm:pt modelId="{3E893FEF-FF01-426A-88A6-4B10E3BD66B1}" type="pres">
      <dgm:prSet presAssocID="{C497C952-26B0-40E6-AAED-99A299DAD353}" presName="sibTrans" presStyleLbl="sibTrans2D1" presStyleIdx="2" presStyleCnt="5"/>
      <dgm:spPr/>
      <dgm:t>
        <a:bodyPr/>
        <a:lstStyle/>
        <a:p>
          <a:endParaRPr lang="ru-RU"/>
        </a:p>
      </dgm:t>
    </dgm:pt>
    <dgm:pt modelId="{04A71F49-2D07-4E90-88A8-304C7124717F}" type="pres">
      <dgm:prSet presAssocID="{C4874C18-9D73-4F8D-933A-6C0C19FB3336}" presName="node" presStyleLbl="node1" presStyleIdx="3" presStyleCnt="5" custScaleX="116677" custScaleY="1087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4D7852-7F8B-4449-A230-44937F7715CB}" type="pres">
      <dgm:prSet presAssocID="{C4874C18-9D73-4F8D-933A-6C0C19FB3336}" presName="dummy" presStyleCnt="0"/>
      <dgm:spPr/>
    </dgm:pt>
    <dgm:pt modelId="{A758DE7A-2731-4C0F-BF97-93644DA0411D}" type="pres">
      <dgm:prSet presAssocID="{3A64C391-E6B9-4E9E-AEE5-91264F14A1A0}" presName="sibTrans" presStyleLbl="sibTrans2D1" presStyleIdx="3" presStyleCnt="5"/>
      <dgm:spPr/>
      <dgm:t>
        <a:bodyPr/>
        <a:lstStyle/>
        <a:p>
          <a:endParaRPr lang="ru-RU"/>
        </a:p>
      </dgm:t>
    </dgm:pt>
    <dgm:pt modelId="{3DE20812-D5DA-4BE9-A599-8ADA20FEB113}" type="pres">
      <dgm:prSet presAssocID="{491CA322-9714-4F9A-85D5-3451447AF3FA}" presName="node" presStyleLbl="node1" presStyleIdx="4" presStyleCnt="5" custScaleX="108942" custScaleY="10946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6FFD6F9-3382-42FD-8D7C-A6F981FBC80B}" type="pres">
      <dgm:prSet presAssocID="{491CA322-9714-4F9A-85D5-3451447AF3FA}" presName="dummy" presStyleCnt="0"/>
      <dgm:spPr/>
    </dgm:pt>
    <dgm:pt modelId="{CE9E3279-B0F1-4C81-B809-58B954FFD1C5}" type="pres">
      <dgm:prSet presAssocID="{78505F0C-73AA-4275-BD07-12C960AF749C}" presName="sibTrans" presStyleLbl="sibTrans2D1" presStyleIdx="4" presStyleCnt="5"/>
      <dgm:spPr/>
      <dgm:t>
        <a:bodyPr/>
        <a:lstStyle/>
        <a:p>
          <a:endParaRPr lang="ru-RU"/>
        </a:p>
      </dgm:t>
    </dgm:pt>
  </dgm:ptLst>
  <dgm:cxnLst>
    <dgm:cxn modelId="{011A0B10-37C2-45F8-BF33-D3F6F38476A9}" srcId="{D03B64E4-9949-4DBE-AB2F-5510928870DD}" destId="{8BD282F2-FCAC-4377-82D6-AE972D92811C}" srcOrd="0" destOrd="0" parTransId="{6DBDC147-5FDD-4AC8-82AB-DD5FEAC310D1}" sibTransId="{FD40F3AF-F0A0-46E8-A04E-15949B62F066}"/>
    <dgm:cxn modelId="{81F7C6E9-CD42-4FD1-A55C-C8B482309A18}" type="presOf" srcId="{C4874C18-9D73-4F8D-933A-6C0C19FB3336}" destId="{04A71F49-2D07-4E90-88A8-304C7124717F}" srcOrd="0" destOrd="0" presId="urn:microsoft.com/office/officeart/2005/8/layout/radial6"/>
    <dgm:cxn modelId="{AC2E5EB9-BCB4-467A-BF80-4192C52A8A39}" type="presOf" srcId="{9C9BC08F-1E0E-45AF-AFBD-AB6C03497C45}" destId="{75C09F01-1854-45E3-A609-89728CAFDB3F}" srcOrd="0" destOrd="0" presId="urn:microsoft.com/office/officeart/2005/8/layout/radial6"/>
    <dgm:cxn modelId="{ED9F908D-A597-4DC4-AEC8-B3ED87052E1D}" type="presOf" srcId="{36B12F4A-DEB9-49A9-B1D1-BC832DE431D5}" destId="{ED46C574-A0B0-4C42-A8E6-F26E6F478BA7}" srcOrd="0" destOrd="0" presId="urn:microsoft.com/office/officeart/2005/8/layout/radial6"/>
    <dgm:cxn modelId="{C5FD0FE1-DCD7-4AD7-8EE4-8817C5A6B84C}" srcId="{8BD282F2-FCAC-4377-82D6-AE972D92811C}" destId="{491CA322-9714-4F9A-85D5-3451447AF3FA}" srcOrd="4" destOrd="0" parTransId="{793E05D0-A61A-4827-858E-A6CB174F13E8}" sibTransId="{78505F0C-73AA-4275-BD07-12C960AF749C}"/>
    <dgm:cxn modelId="{8967B3C8-85D0-4B7F-8E68-114099CAD657}" type="presOf" srcId="{3A64C391-E6B9-4E9E-AEE5-91264F14A1A0}" destId="{A758DE7A-2731-4C0F-BF97-93644DA0411D}" srcOrd="0" destOrd="0" presId="urn:microsoft.com/office/officeart/2005/8/layout/radial6"/>
    <dgm:cxn modelId="{B7BC57B0-80D0-49A2-81AA-85CAA8704F55}" srcId="{8BD282F2-FCAC-4377-82D6-AE972D92811C}" destId="{F13F04F0-486C-4C3C-872E-8FBDE8B80F2F}" srcOrd="1" destOrd="0" parTransId="{48D8B3C9-37A3-4AAD-85D0-E93FB2B403DF}" sibTransId="{8F8C42F5-0D2E-4D77-8E62-2C7B7FC28F0F}"/>
    <dgm:cxn modelId="{44309570-4071-45EC-9C17-4481F101139E}" type="presOf" srcId="{8F8C42F5-0D2E-4D77-8E62-2C7B7FC28F0F}" destId="{E92B7B82-19A6-4EB7-B611-DEAA938BFE3B}" srcOrd="0" destOrd="0" presId="urn:microsoft.com/office/officeart/2005/8/layout/radial6"/>
    <dgm:cxn modelId="{701B0EC1-4F75-4CD4-90F6-C11BE8020348}" type="presOf" srcId="{D03B64E4-9949-4DBE-AB2F-5510928870DD}" destId="{27B6BCC7-698D-49CE-81F8-551142D9A654}" srcOrd="0" destOrd="0" presId="urn:microsoft.com/office/officeart/2005/8/layout/radial6"/>
    <dgm:cxn modelId="{3EFF9868-EA0C-41C8-BCBD-F1FAC82FBC60}" type="presOf" srcId="{491CA322-9714-4F9A-85D5-3451447AF3FA}" destId="{3DE20812-D5DA-4BE9-A599-8ADA20FEB113}" srcOrd="0" destOrd="0" presId="urn:microsoft.com/office/officeart/2005/8/layout/radial6"/>
    <dgm:cxn modelId="{367C0104-02B5-451F-8C7F-D806DFD5B97F}" type="presOf" srcId="{16B2612D-B45D-44E3-9709-81DD04D0F9AA}" destId="{99496515-596A-4539-A82A-96D0842576EB}" srcOrd="0" destOrd="0" presId="urn:microsoft.com/office/officeart/2005/8/layout/radial6"/>
    <dgm:cxn modelId="{664DCC25-5B14-44AD-A999-F193E8A6B31B}" type="presOf" srcId="{C497C952-26B0-40E6-AAED-99A299DAD353}" destId="{3E893FEF-FF01-426A-88A6-4B10E3BD66B1}" srcOrd="0" destOrd="0" presId="urn:microsoft.com/office/officeart/2005/8/layout/radial6"/>
    <dgm:cxn modelId="{CEA84975-45D7-4A76-87E5-CE7AC4746F1A}" srcId="{8BD282F2-FCAC-4377-82D6-AE972D92811C}" destId="{16B2612D-B45D-44E3-9709-81DD04D0F9AA}" srcOrd="0" destOrd="0" parTransId="{07C125D2-9277-498E-90A0-0C5D4F3523FB}" sibTransId="{9C9BC08F-1E0E-45AF-AFBD-AB6C03497C45}"/>
    <dgm:cxn modelId="{B33EAA59-5243-4E9F-B25D-780686B45888}" type="presOf" srcId="{78505F0C-73AA-4275-BD07-12C960AF749C}" destId="{CE9E3279-B0F1-4C81-B809-58B954FFD1C5}" srcOrd="0" destOrd="0" presId="urn:microsoft.com/office/officeart/2005/8/layout/radial6"/>
    <dgm:cxn modelId="{0D38DBAE-6B98-4D59-A6EF-8917F92B05EA}" srcId="{8BD282F2-FCAC-4377-82D6-AE972D92811C}" destId="{36B12F4A-DEB9-49A9-B1D1-BC832DE431D5}" srcOrd="2" destOrd="0" parTransId="{81968080-C813-40F6-95E9-B71446E30F72}" sibTransId="{C497C952-26B0-40E6-AAED-99A299DAD353}"/>
    <dgm:cxn modelId="{95A52070-B665-4D7E-A1A1-27F300EF91B2}" type="presOf" srcId="{8BD282F2-FCAC-4377-82D6-AE972D92811C}" destId="{7301ED2D-5041-4564-88FE-4928D9C9A4D9}" srcOrd="0" destOrd="0" presId="urn:microsoft.com/office/officeart/2005/8/layout/radial6"/>
    <dgm:cxn modelId="{924D0B39-11EE-4473-85AA-6EF9E0B08E72}" srcId="{8BD282F2-FCAC-4377-82D6-AE972D92811C}" destId="{C4874C18-9D73-4F8D-933A-6C0C19FB3336}" srcOrd="3" destOrd="0" parTransId="{A240D275-A929-4A7E-9D50-24BA43E768EA}" sibTransId="{3A64C391-E6B9-4E9E-AEE5-91264F14A1A0}"/>
    <dgm:cxn modelId="{BE21E754-E607-436F-B235-5BBDAC5F591C}" type="presOf" srcId="{F13F04F0-486C-4C3C-872E-8FBDE8B80F2F}" destId="{78F04D20-59D7-427D-93AF-EB34BE9A0160}" srcOrd="0" destOrd="0" presId="urn:microsoft.com/office/officeart/2005/8/layout/radial6"/>
    <dgm:cxn modelId="{1362702D-9FE9-49C1-AF15-730B080ED636}" type="presParOf" srcId="{27B6BCC7-698D-49CE-81F8-551142D9A654}" destId="{7301ED2D-5041-4564-88FE-4928D9C9A4D9}" srcOrd="0" destOrd="0" presId="urn:microsoft.com/office/officeart/2005/8/layout/radial6"/>
    <dgm:cxn modelId="{F023BEEB-11E8-44D3-AE79-D742917BC927}" type="presParOf" srcId="{27B6BCC7-698D-49CE-81F8-551142D9A654}" destId="{99496515-596A-4539-A82A-96D0842576EB}" srcOrd="1" destOrd="0" presId="urn:microsoft.com/office/officeart/2005/8/layout/radial6"/>
    <dgm:cxn modelId="{96208BDD-156B-4514-B38E-999EBFD2B337}" type="presParOf" srcId="{27B6BCC7-698D-49CE-81F8-551142D9A654}" destId="{8DF95204-4A67-414E-8667-192007B6520B}" srcOrd="2" destOrd="0" presId="urn:microsoft.com/office/officeart/2005/8/layout/radial6"/>
    <dgm:cxn modelId="{217AF572-858B-458B-BDE6-C1CE5747F290}" type="presParOf" srcId="{27B6BCC7-698D-49CE-81F8-551142D9A654}" destId="{75C09F01-1854-45E3-A609-89728CAFDB3F}" srcOrd="3" destOrd="0" presId="urn:microsoft.com/office/officeart/2005/8/layout/radial6"/>
    <dgm:cxn modelId="{086F22D3-79D7-4CF0-8729-93BAB7EA07C3}" type="presParOf" srcId="{27B6BCC7-698D-49CE-81F8-551142D9A654}" destId="{78F04D20-59D7-427D-93AF-EB34BE9A0160}" srcOrd="4" destOrd="0" presId="urn:microsoft.com/office/officeart/2005/8/layout/radial6"/>
    <dgm:cxn modelId="{73D9FEA8-E160-4F49-8241-1AA8E6F11DAD}" type="presParOf" srcId="{27B6BCC7-698D-49CE-81F8-551142D9A654}" destId="{2566DCB0-F5DF-467B-8F97-0738A2F40659}" srcOrd="5" destOrd="0" presId="urn:microsoft.com/office/officeart/2005/8/layout/radial6"/>
    <dgm:cxn modelId="{FC41557C-66A4-44EE-A7A1-AF2440C3113C}" type="presParOf" srcId="{27B6BCC7-698D-49CE-81F8-551142D9A654}" destId="{E92B7B82-19A6-4EB7-B611-DEAA938BFE3B}" srcOrd="6" destOrd="0" presId="urn:microsoft.com/office/officeart/2005/8/layout/radial6"/>
    <dgm:cxn modelId="{5335EDE8-BA4F-4E27-B269-4D338D1F3671}" type="presParOf" srcId="{27B6BCC7-698D-49CE-81F8-551142D9A654}" destId="{ED46C574-A0B0-4C42-A8E6-F26E6F478BA7}" srcOrd="7" destOrd="0" presId="urn:microsoft.com/office/officeart/2005/8/layout/radial6"/>
    <dgm:cxn modelId="{6C123564-1708-42A8-A8F5-1C9756E123BC}" type="presParOf" srcId="{27B6BCC7-698D-49CE-81F8-551142D9A654}" destId="{554C8288-9E6A-4989-BF32-9D1B6F5C0BE7}" srcOrd="8" destOrd="0" presId="urn:microsoft.com/office/officeart/2005/8/layout/radial6"/>
    <dgm:cxn modelId="{A5475539-8939-44CD-B4CE-EBE963FB5E7B}" type="presParOf" srcId="{27B6BCC7-698D-49CE-81F8-551142D9A654}" destId="{3E893FEF-FF01-426A-88A6-4B10E3BD66B1}" srcOrd="9" destOrd="0" presId="urn:microsoft.com/office/officeart/2005/8/layout/radial6"/>
    <dgm:cxn modelId="{997625E8-366F-4C17-87A8-32D669CADAE9}" type="presParOf" srcId="{27B6BCC7-698D-49CE-81F8-551142D9A654}" destId="{04A71F49-2D07-4E90-88A8-304C7124717F}" srcOrd="10" destOrd="0" presId="urn:microsoft.com/office/officeart/2005/8/layout/radial6"/>
    <dgm:cxn modelId="{94792C9E-691D-4884-816D-F1913EF14AA2}" type="presParOf" srcId="{27B6BCC7-698D-49CE-81F8-551142D9A654}" destId="{CA4D7852-7F8B-4449-A230-44937F7715CB}" srcOrd="11" destOrd="0" presId="urn:microsoft.com/office/officeart/2005/8/layout/radial6"/>
    <dgm:cxn modelId="{8A65F84D-178A-43CC-930C-540F6A442A7F}" type="presParOf" srcId="{27B6BCC7-698D-49CE-81F8-551142D9A654}" destId="{A758DE7A-2731-4C0F-BF97-93644DA0411D}" srcOrd="12" destOrd="0" presId="urn:microsoft.com/office/officeart/2005/8/layout/radial6"/>
    <dgm:cxn modelId="{873A1CFA-5CD9-4B36-BE06-EAFC838E1EE8}" type="presParOf" srcId="{27B6BCC7-698D-49CE-81F8-551142D9A654}" destId="{3DE20812-D5DA-4BE9-A599-8ADA20FEB113}" srcOrd="13" destOrd="0" presId="urn:microsoft.com/office/officeart/2005/8/layout/radial6"/>
    <dgm:cxn modelId="{C4E27C04-09A4-45E5-BF4F-56CD42B2799B}" type="presParOf" srcId="{27B6BCC7-698D-49CE-81F8-551142D9A654}" destId="{46FFD6F9-3382-42FD-8D7C-A6F981FBC80B}" srcOrd="14" destOrd="0" presId="urn:microsoft.com/office/officeart/2005/8/layout/radial6"/>
    <dgm:cxn modelId="{5980237C-5FC3-4122-8CB7-4B0351F238D3}" type="presParOf" srcId="{27B6BCC7-698D-49CE-81F8-551142D9A654}" destId="{CE9E3279-B0F1-4C81-B809-58B954FFD1C5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EC775-5114-4DB7-A01C-381DDDF023B9}">
      <dsp:nvSpPr>
        <dsp:cNvPr id="0" name=""/>
        <dsp:cNvSpPr/>
      </dsp:nvSpPr>
      <dsp:spPr>
        <a:xfrm>
          <a:off x="3265253" y="1717081"/>
          <a:ext cx="1318365" cy="13183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18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Учень повинен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18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вміти</a:t>
          </a:r>
          <a:endParaRPr kumimoji="0" lang="ru-RU" altLang="uk-UA" sz="18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3458323" y="1910151"/>
        <a:ext cx="932225" cy="932225"/>
      </dsp:txXfrm>
    </dsp:sp>
    <dsp:sp modelId="{3665DC99-34F4-4561-ADC0-CD46090BFFB1}">
      <dsp:nvSpPr>
        <dsp:cNvPr id="0" name=""/>
        <dsp:cNvSpPr/>
      </dsp:nvSpPr>
      <dsp:spPr>
        <a:xfrm rot="16200000">
          <a:off x="3726134" y="1503662"/>
          <a:ext cx="396603" cy="30234"/>
        </a:xfrm>
        <a:custGeom>
          <a:avLst/>
          <a:gdLst/>
          <a:ahLst/>
          <a:cxnLst/>
          <a:rect l="0" t="0" r="0" b="0"/>
          <a:pathLst>
            <a:path>
              <a:moveTo>
                <a:pt x="0" y="15117"/>
              </a:moveTo>
              <a:lnTo>
                <a:pt x="396603" y="15117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914520" y="1508864"/>
        <a:ext cx="19830" cy="19830"/>
      </dsp:txXfrm>
    </dsp:sp>
    <dsp:sp modelId="{BF0A66E2-29FA-432F-9C9C-C16496F5C41A}">
      <dsp:nvSpPr>
        <dsp:cNvPr id="0" name=""/>
        <dsp:cNvSpPr/>
      </dsp:nvSpPr>
      <dsp:spPr>
        <a:xfrm>
          <a:off x="3265253" y="2113"/>
          <a:ext cx="1318365" cy="13183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Самостійно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набувати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нові знання</a:t>
          </a:r>
          <a:endParaRPr kumimoji="0" lang="ru-RU" altLang="uk-UA" sz="9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3458323" y="195183"/>
        <a:ext cx="932225" cy="932225"/>
      </dsp:txXfrm>
    </dsp:sp>
    <dsp:sp modelId="{4A213785-A460-4990-BE75-1A9C05325BA1}">
      <dsp:nvSpPr>
        <dsp:cNvPr id="0" name=""/>
        <dsp:cNvSpPr/>
      </dsp:nvSpPr>
      <dsp:spPr>
        <a:xfrm rot="19800000">
          <a:off x="4468737" y="1932404"/>
          <a:ext cx="396603" cy="30234"/>
        </a:xfrm>
        <a:custGeom>
          <a:avLst/>
          <a:gdLst/>
          <a:ahLst/>
          <a:cxnLst/>
          <a:rect l="0" t="0" r="0" b="0"/>
          <a:pathLst>
            <a:path>
              <a:moveTo>
                <a:pt x="0" y="15117"/>
              </a:moveTo>
              <a:lnTo>
                <a:pt x="396603" y="15117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657123" y="1937606"/>
        <a:ext cx="19830" cy="19830"/>
      </dsp:txXfrm>
    </dsp:sp>
    <dsp:sp modelId="{4504C304-7B4F-46DA-A00E-9A3552B0C3F9}">
      <dsp:nvSpPr>
        <dsp:cNvPr id="0" name=""/>
        <dsp:cNvSpPr/>
      </dsp:nvSpPr>
      <dsp:spPr>
        <a:xfrm>
          <a:off x="4750459" y="859597"/>
          <a:ext cx="1318365" cy="13183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Вміло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застосовувати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знання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uk-UA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на практиці</a:t>
          </a:r>
          <a:endParaRPr kumimoji="0" lang="ru-RU" altLang="uk-UA" sz="9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4943529" y="1052667"/>
        <a:ext cx="932225" cy="932225"/>
      </dsp:txXfrm>
    </dsp:sp>
    <dsp:sp modelId="{99B13902-A3B0-4AB9-B1D9-8E1E50126C17}">
      <dsp:nvSpPr>
        <dsp:cNvPr id="0" name=""/>
        <dsp:cNvSpPr/>
      </dsp:nvSpPr>
      <dsp:spPr>
        <a:xfrm rot="1800000">
          <a:off x="4468737" y="2789888"/>
          <a:ext cx="396603" cy="30234"/>
        </a:xfrm>
        <a:custGeom>
          <a:avLst/>
          <a:gdLst/>
          <a:ahLst/>
          <a:cxnLst/>
          <a:rect l="0" t="0" r="0" b="0"/>
          <a:pathLst>
            <a:path>
              <a:moveTo>
                <a:pt x="0" y="15117"/>
              </a:moveTo>
              <a:lnTo>
                <a:pt x="396603" y="15117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657123" y="2795091"/>
        <a:ext cx="19830" cy="19830"/>
      </dsp:txXfrm>
    </dsp:sp>
    <dsp:sp modelId="{0C4FD59F-4AFE-464E-8E0C-4CB2D4C6416E}">
      <dsp:nvSpPr>
        <dsp:cNvPr id="0" name=""/>
        <dsp:cNvSpPr/>
      </dsp:nvSpPr>
      <dsp:spPr>
        <a:xfrm>
          <a:off x="4750459" y="2574565"/>
          <a:ext cx="1318365" cy="13183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Критично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мислити </a:t>
          </a:r>
          <a:endParaRPr kumimoji="0" lang="ru-RU" altLang="uk-UA" sz="9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4943529" y="2767635"/>
        <a:ext cx="932225" cy="932225"/>
      </dsp:txXfrm>
    </dsp:sp>
    <dsp:sp modelId="{890662DA-43AB-4846-B74C-218A6716521D}">
      <dsp:nvSpPr>
        <dsp:cNvPr id="0" name=""/>
        <dsp:cNvSpPr/>
      </dsp:nvSpPr>
      <dsp:spPr>
        <a:xfrm rot="5400000">
          <a:off x="3726134" y="3218630"/>
          <a:ext cx="396603" cy="30234"/>
        </a:xfrm>
        <a:custGeom>
          <a:avLst/>
          <a:gdLst/>
          <a:ahLst/>
          <a:cxnLst/>
          <a:rect l="0" t="0" r="0" b="0"/>
          <a:pathLst>
            <a:path>
              <a:moveTo>
                <a:pt x="0" y="15117"/>
              </a:moveTo>
              <a:lnTo>
                <a:pt x="396603" y="15117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914520" y="3223833"/>
        <a:ext cx="19830" cy="19830"/>
      </dsp:txXfrm>
    </dsp:sp>
    <dsp:sp modelId="{1D27ACDD-E4E0-43C2-8BBB-0CED24068713}">
      <dsp:nvSpPr>
        <dsp:cNvPr id="0" name=""/>
        <dsp:cNvSpPr/>
      </dsp:nvSpPr>
      <dsp:spPr>
        <a:xfrm>
          <a:off x="3265253" y="3432049"/>
          <a:ext cx="1318365" cy="13183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Бачити труднощі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і шукати шляхи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їх подолання </a:t>
          </a:r>
          <a:endParaRPr kumimoji="0" lang="ru-RU" altLang="uk-UA" sz="9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3458323" y="3625119"/>
        <a:ext cx="932225" cy="932225"/>
      </dsp:txXfrm>
    </dsp:sp>
    <dsp:sp modelId="{9A6A8211-0765-4F00-B47C-4F90A0E00CB7}">
      <dsp:nvSpPr>
        <dsp:cNvPr id="0" name=""/>
        <dsp:cNvSpPr/>
      </dsp:nvSpPr>
      <dsp:spPr>
        <a:xfrm rot="9000000">
          <a:off x="2983531" y="2789888"/>
          <a:ext cx="396603" cy="30234"/>
        </a:xfrm>
        <a:custGeom>
          <a:avLst/>
          <a:gdLst/>
          <a:ahLst/>
          <a:cxnLst/>
          <a:rect l="0" t="0" r="0" b="0"/>
          <a:pathLst>
            <a:path>
              <a:moveTo>
                <a:pt x="0" y="15117"/>
              </a:moveTo>
              <a:lnTo>
                <a:pt x="396603" y="15117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10800000">
        <a:off x="3171917" y="2795091"/>
        <a:ext cx="19830" cy="19830"/>
      </dsp:txXfrm>
    </dsp:sp>
    <dsp:sp modelId="{618AF7FB-BA7F-4654-94E7-6C27D3476093}">
      <dsp:nvSpPr>
        <dsp:cNvPr id="0" name=""/>
        <dsp:cNvSpPr/>
      </dsp:nvSpPr>
      <dsp:spPr>
        <a:xfrm>
          <a:off x="1780047" y="2574565"/>
          <a:ext cx="1318365" cy="13183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Бути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комунікабельним </a:t>
          </a:r>
          <a:endParaRPr kumimoji="0" lang="ru-RU" altLang="uk-UA" sz="9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1973117" y="2767635"/>
        <a:ext cx="932225" cy="932225"/>
      </dsp:txXfrm>
    </dsp:sp>
    <dsp:sp modelId="{BB78402B-B5DA-4045-A4FB-282CAE349AE9}">
      <dsp:nvSpPr>
        <dsp:cNvPr id="0" name=""/>
        <dsp:cNvSpPr/>
      </dsp:nvSpPr>
      <dsp:spPr>
        <a:xfrm rot="12600000">
          <a:off x="2983531" y="1932404"/>
          <a:ext cx="396603" cy="30234"/>
        </a:xfrm>
        <a:custGeom>
          <a:avLst/>
          <a:gdLst/>
          <a:ahLst/>
          <a:cxnLst/>
          <a:rect l="0" t="0" r="0" b="0"/>
          <a:pathLst>
            <a:path>
              <a:moveTo>
                <a:pt x="0" y="15117"/>
              </a:moveTo>
              <a:lnTo>
                <a:pt x="396603" y="15117"/>
              </a:lnTo>
            </a:path>
          </a:pathLst>
        </a:custGeom>
        <a:noFill/>
        <a:ln w="381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10800000">
        <a:off x="3171917" y="1937606"/>
        <a:ext cx="19830" cy="19830"/>
      </dsp:txXfrm>
    </dsp:sp>
    <dsp:sp modelId="{5F444E72-C320-4300-A334-F0660F4B6C9E}">
      <dsp:nvSpPr>
        <dsp:cNvPr id="0" name=""/>
        <dsp:cNvSpPr/>
      </dsp:nvSpPr>
      <dsp:spPr>
        <a:xfrm>
          <a:off x="1780047" y="859597"/>
          <a:ext cx="1318365" cy="131836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Самостійно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працювати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над розвитком 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власного інтелекту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uk-UA" sz="9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rPr>
            <a:t> </a:t>
          </a:r>
          <a:endParaRPr kumimoji="0" lang="ru-RU" altLang="uk-UA" sz="900" b="0" i="0" u="none" strike="noStrike" kern="1200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endParaRPr>
        </a:p>
      </dsp:txBody>
      <dsp:txXfrm>
        <a:off x="1973117" y="1052667"/>
        <a:ext cx="932225" cy="9322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DDAFF-5EE7-465C-AF9D-58D842FFD63C}">
      <dsp:nvSpPr>
        <dsp:cNvPr id="0" name=""/>
        <dsp:cNvSpPr/>
      </dsp:nvSpPr>
      <dsp:spPr>
        <a:xfrm rot="5400000">
          <a:off x="-1064132" y="1736975"/>
          <a:ext cx="5080598" cy="2966729"/>
        </a:xfrm>
        <a:prstGeom prst="chevron">
          <a:avLst/>
        </a:prstGeom>
        <a:solidFill>
          <a:schemeClr val="bg2">
            <a:lumMod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43137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1" kern="1200" smtClean="0">
              <a:latin typeface="Times New Roman" pitchFamily="18" charset="0"/>
              <a:cs typeface="Times New Roman" pitchFamily="18" charset="0"/>
            </a:rPr>
            <a:t>ОСОБИСТІСНО   ОРІЄНТОВАНЕ    НАВЧАННЯ </a:t>
          </a:r>
          <a:endParaRPr lang="ru-RU" sz="2900" kern="1200" dirty="0">
            <a:latin typeface="Times New Roman" pitchFamily="18" charset="0"/>
            <a:cs typeface="Times New Roman" pitchFamily="18" charset="0"/>
          </a:endParaRPr>
        </a:p>
      </dsp:txBody>
      <dsp:txXfrm rot="-5400000">
        <a:off x="-7197" y="2163406"/>
        <a:ext cx="2966729" cy="2113869"/>
      </dsp:txXfrm>
    </dsp:sp>
    <dsp:sp modelId="{6703D9CA-2CCB-49C9-9A37-99A489A150DE}">
      <dsp:nvSpPr>
        <dsp:cNvPr id="0" name=""/>
        <dsp:cNvSpPr/>
      </dsp:nvSpPr>
      <dsp:spPr>
        <a:xfrm rot="5400000">
          <a:off x="2744503" y="272659"/>
          <a:ext cx="4880151" cy="4478886"/>
        </a:xfrm>
        <a:prstGeom prst="round2SameRect">
          <a:avLst/>
        </a:prstGeom>
        <a:solidFill>
          <a:schemeClr val="accent4">
            <a:lumMod val="60000"/>
            <a:lumOff val="40000"/>
            <a:alpha val="9000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200" b="0" i="0" u="none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така організація процесу навчання, в основі якої лежить визнання індивідуальності, самобутності, самоцінності кожної людини, що вимагає забезпечення розвитку і саморозвитку особистості учня, виходячи із виявлення його індивідуального, неповторного, суб'єктивного досвіду, здібностей, інтересів, ціннісних орієнтацій, можливостей реалізувати себе в пізнанні, навчальній діяльності, поведінці.</a:t>
          </a:r>
          <a:endParaRPr lang="ru-RU" sz="2200" b="0" i="0" u="none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sp:txBody>
      <dsp:txXfrm rot="-5400000">
        <a:off x="2945136" y="290668"/>
        <a:ext cx="4260245" cy="44428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1F334-A223-4E95-9F79-592AD365B9AD}">
      <dsp:nvSpPr>
        <dsp:cNvPr id="0" name=""/>
        <dsp:cNvSpPr/>
      </dsp:nvSpPr>
      <dsp:spPr>
        <a:xfrm>
          <a:off x="0" y="58"/>
          <a:ext cx="8667923" cy="95839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Особистісно-орієнтоване навчання повинно забезпечувати розвиток і саморозвиток особистості учня, виходячи з виявлення його індивідуальних особливостей. </a:t>
          </a:r>
          <a:endParaRPr lang="ru-RU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0" y="58"/>
        <a:ext cx="8667923" cy="958394"/>
      </dsp:txXfrm>
    </dsp:sp>
    <dsp:sp modelId="{81DEB0D7-86B3-4B72-A055-BC70D3BB21AA}">
      <dsp:nvSpPr>
        <dsp:cNvPr id="0" name=""/>
        <dsp:cNvSpPr/>
      </dsp:nvSpPr>
      <dsp:spPr>
        <a:xfrm>
          <a:off x="0" y="973421"/>
          <a:ext cx="8667923" cy="958394"/>
        </a:xfrm>
        <a:prstGeom prst="roundRect">
          <a:avLst/>
        </a:prstGeom>
        <a:solidFill>
          <a:schemeClr val="accent5">
            <a:hueOff val="-774129"/>
            <a:satOff val="7761"/>
            <a:lumOff val="-5392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Освітній процес надає кожному учневі можливість реалізувати себе  в  пізнанні, навчальній діяльності, поведінці, враховуючи його здібності, нахили, інтереси,ціннісні орієнтації та суб'єктивний досвід.</a:t>
          </a:r>
          <a:endParaRPr lang="ru-RU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0" y="973421"/>
        <a:ext cx="8667923" cy="958394"/>
      </dsp:txXfrm>
    </dsp:sp>
    <dsp:sp modelId="{6D3F45DD-8B3B-409C-9F4B-2FE1A0F83B8B}">
      <dsp:nvSpPr>
        <dsp:cNvPr id="0" name=""/>
        <dsp:cNvSpPr/>
      </dsp:nvSpPr>
      <dsp:spPr>
        <a:xfrm>
          <a:off x="0" y="1944922"/>
          <a:ext cx="8667923" cy="958394"/>
        </a:xfrm>
        <a:prstGeom prst="roundRect">
          <a:avLst/>
        </a:prstGeom>
        <a:solidFill>
          <a:schemeClr val="accent5">
            <a:hueOff val="-1548259"/>
            <a:satOff val="15522"/>
            <a:lumOff val="-10784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Зміст , засоби і методи освітньої діяльності добираються так, щоб учень міг виявити вибірковість до предметного матеріалу, його виду і форми. </a:t>
          </a:r>
          <a:endParaRPr lang="ru-RU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0" y="1944922"/>
        <a:ext cx="8667923" cy="958394"/>
      </dsp:txXfrm>
    </dsp:sp>
    <dsp:sp modelId="{BA93D24C-E5C6-4EA7-A09A-D6F971650B9E}">
      <dsp:nvSpPr>
        <dsp:cNvPr id="0" name=""/>
        <dsp:cNvSpPr/>
      </dsp:nvSpPr>
      <dsp:spPr>
        <a:xfrm>
          <a:off x="0" y="2916423"/>
          <a:ext cx="8667923" cy="958394"/>
        </a:xfrm>
        <a:prstGeom prst="roundRect">
          <a:avLst/>
        </a:prstGeom>
        <a:solidFill>
          <a:schemeClr val="accent5">
            <a:hueOff val="-2322388"/>
            <a:satOff val="23283"/>
            <a:lumOff val="-16177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Оціночна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сторона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особистісно-орієнтованого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навчання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враховує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не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тільки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рівень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досягнутих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знань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умінь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навичок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а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й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сформованість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певного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інтелекту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(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його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властивості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якості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, характер </a:t>
          </a:r>
          <a:r>
            <a:rPr lang="ru-RU" sz="2000" kern="1200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прояву</a:t>
          </a:r>
          <a:r>
            <a:rPr lang="ru-RU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). </a:t>
          </a:r>
          <a:endParaRPr lang="ru-RU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0" y="2916423"/>
        <a:ext cx="8667923" cy="958394"/>
      </dsp:txXfrm>
    </dsp:sp>
    <dsp:sp modelId="{4CFB5515-C28D-42FB-BE00-A32DED0F7B3F}">
      <dsp:nvSpPr>
        <dsp:cNvPr id="0" name=""/>
        <dsp:cNvSpPr/>
      </dsp:nvSpPr>
      <dsp:spPr>
        <a:xfrm>
          <a:off x="0" y="3887924"/>
          <a:ext cx="8667923" cy="958394"/>
        </a:xfrm>
        <a:prstGeom prst="roundRect">
          <a:avLst/>
        </a:prstGeom>
        <a:solidFill>
          <a:schemeClr val="accent5">
            <a:hueOff val="-3096518"/>
            <a:satOff val="31044"/>
            <a:lumOff val="-21569"/>
            <a:alphaOff val="0"/>
          </a:schemeClr>
        </a:soli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Особистісно-орієнтоване навчання є засобом інтелектуального і морального розвитку особистості - основної мети базової шкільної освіти. </a:t>
          </a:r>
          <a:endParaRPr lang="ru-RU" sz="2000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0" y="3887924"/>
        <a:ext cx="8667923" cy="9583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454E66-5DFB-436B-A069-F324FA8E641D}">
      <dsp:nvSpPr>
        <dsp:cNvPr id="0" name=""/>
        <dsp:cNvSpPr/>
      </dsp:nvSpPr>
      <dsp:spPr>
        <a:xfrm>
          <a:off x="0" y="4206353"/>
          <a:ext cx="8352928" cy="92024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8000"/>
                <a:satMod val="150000"/>
              </a:schemeClr>
            </a:gs>
            <a:gs pos="72000">
              <a:schemeClr val="accent5">
                <a:hueOff val="0"/>
                <a:satOff val="0"/>
                <a:lumOff val="0"/>
                <a:alphaOff val="0"/>
                <a:tint val="90000"/>
                <a:satMod val="135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b="0" i="0" u="none" kern="1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Під час конструювання і реалізації навчального процесу, особлива увага надається виявленню суб'єктивного досвіду  учня</a:t>
          </a:r>
          <a:endParaRPr lang="ru-RU" sz="2200" b="0" i="0" u="none" kern="120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sp:txBody>
      <dsp:txXfrm>
        <a:off x="0" y="4206353"/>
        <a:ext cx="8352928" cy="920247"/>
      </dsp:txXfrm>
    </dsp:sp>
    <dsp:sp modelId="{92808927-0BBC-40D2-BD32-73B2A9FB58D6}">
      <dsp:nvSpPr>
        <dsp:cNvPr id="0" name=""/>
        <dsp:cNvSpPr/>
      </dsp:nvSpPr>
      <dsp:spPr>
        <a:xfrm rot="10800000">
          <a:off x="0" y="2804816"/>
          <a:ext cx="8352928" cy="1415340"/>
        </a:xfrm>
        <a:prstGeom prst="upArrowCallout">
          <a:avLst/>
        </a:prstGeom>
        <a:gradFill rotWithShape="0">
          <a:gsLst>
            <a:gs pos="0">
              <a:schemeClr val="accent5">
                <a:hueOff val="-1032173"/>
                <a:satOff val="10348"/>
                <a:lumOff val="-7190"/>
                <a:alphaOff val="0"/>
                <a:shade val="58000"/>
                <a:satMod val="150000"/>
              </a:schemeClr>
            </a:gs>
            <a:gs pos="72000">
              <a:schemeClr val="accent5">
                <a:hueOff val="-1032173"/>
                <a:satOff val="10348"/>
                <a:lumOff val="-7190"/>
                <a:alphaOff val="0"/>
                <a:tint val="90000"/>
                <a:satMod val="135000"/>
              </a:schemeClr>
            </a:gs>
            <a:gs pos="100000">
              <a:schemeClr val="accent5">
                <a:hueOff val="-1032173"/>
                <a:satOff val="10348"/>
                <a:lumOff val="-7190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b="0" i="0" u="none" kern="1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Навчання – суто індивідуальна діяльність кожного учня </a:t>
          </a:r>
          <a:endParaRPr lang="ru-RU" sz="2200" b="0" i="0" u="none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sp:txBody>
      <dsp:txXfrm rot="10800000">
        <a:off x="0" y="2804816"/>
        <a:ext cx="8352928" cy="919645"/>
      </dsp:txXfrm>
    </dsp:sp>
    <dsp:sp modelId="{1BA268C1-34C6-4D4F-9DDC-63ABD2997E6B}">
      <dsp:nvSpPr>
        <dsp:cNvPr id="0" name=""/>
        <dsp:cNvSpPr/>
      </dsp:nvSpPr>
      <dsp:spPr>
        <a:xfrm rot="10800000">
          <a:off x="0" y="1403280"/>
          <a:ext cx="8352928" cy="1415340"/>
        </a:xfrm>
        <a:prstGeom prst="upArrowCallout">
          <a:avLst/>
        </a:prstGeom>
        <a:gradFill rotWithShape="0">
          <a:gsLst>
            <a:gs pos="0">
              <a:schemeClr val="accent5">
                <a:hueOff val="-2064345"/>
                <a:satOff val="20696"/>
                <a:lumOff val="-14379"/>
                <a:alphaOff val="0"/>
                <a:shade val="58000"/>
                <a:satMod val="150000"/>
              </a:schemeClr>
            </a:gs>
            <a:gs pos="72000">
              <a:schemeClr val="accent5">
                <a:hueOff val="-2064345"/>
                <a:satOff val="20696"/>
                <a:lumOff val="-14379"/>
                <a:alphaOff val="0"/>
                <a:tint val="90000"/>
                <a:satMod val="135000"/>
              </a:schemeClr>
            </a:gs>
            <a:gs pos="100000">
              <a:schemeClr val="accent5">
                <a:hueOff val="-2064345"/>
                <a:satOff val="20696"/>
                <a:lumOff val="-14379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b="0" i="0" u="none" kern="12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rPr>
            <a:t>Перевага надається навчанню як процесу</a:t>
          </a:r>
          <a:endParaRPr lang="ru-RU" sz="2200" b="0" i="0" u="none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cs typeface="Times New Roman" pitchFamily="18" charset="0"/>
          </a:endParaRPr>
        </a:p>
      </dsp:txBody>
      <dsp:txXfrm rot="10800000">
        <a:off x="0" y="1403280"/>
        <a:ext cx="8352928" cy="919645"/>
      </dsp:txXfrm>
    </dsp:sp>
    <dsp:sp modelId="{CE143D1A-2332-4F9A-B23E-165464678808}">
      <dsp:nvSpPr>
        <dsp:cNvPr id="0" name=""/>
        <dsp:cNvSpPr/>
      </dsp:nvSpPr>
      <dsp:spPr>
        <a:xfrm rot="10800000">
          <a:off x="0" y="1743"/>
          <a:ext cx="8352928" cy="1415340"/>
        </a:xfrm>
        <a:prstGeom prst="upArrowCallout">
          <a:avLst/>
        </a:prstGeom>
        <a:gradFill rotWithShape="0">
          <a:gsLst>
            <a:gs pos="0">
              <a:schemeClr val="accent5">
                <a:hueOff val="-3096518"/>
                <a:satOff val="31044"/>
                <a:lumOff val="-21569"/>
                <a:alphaOff val="0"/>
                <a:shade val="58000"/>
                <a:satMod val="150000"/>
              </a:schemeClr>
            </a:gs>
            <a:gs pos="72000">
              <a:schemeClr val="accent5">
                <a:hueOff val="-3096518"/>
                <a:satOff val="31044"/>
                <a:lumOff val="-21569"/>
                <a:alphaOff val="0"/>
                <a:tint val="90000"/>
                <a:satMod val="135000"/>
              </a:schemeClr>
            </a:gs>
            <a:gs pos="100000">
              <a:schemeClr val="accent5">
                <a:hueOff val="-3096518"/>
                <a:satOff val="31044"/>
                <a:lumOff val="-21569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b="0" i="0" u="none" kern="1200" dirty="0" smtClean="0"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rPr>
            <a:t>Цілі особистісно-орієнтованого навчання: розвиток пізнавальних здібностей учня, максимальне розкриття індивідуальних здібностей учня</a:t>
          </a:r>
          <a:endParaRPr lang="ru-RU" sz="2200" b="0" i="0" u="none" kern="1200" dirty="0" smtClean="0">
            <a:solidFill>
              <a:schemeClr val="tx1"/>
            </a:solidFill>
            <a:effectLst/>
            <a:latin typeface="Times New Roman" pitchFamily="18" charset="0"/>
            <a:cs typeface="Times New Roman" pitchFamily="18" charset="0"/>
          </a:endParaRPr>
        </a:p>
      </dsp:txBody>
      <dsp:txXfrm rot="10800000">
        <a:off x="0" y="1743"/>
        <a:ext cx="8352928" cy="9196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3EF6A-C8DE-4129-B554-72C596C7C747}">
      <dsp:nvSpPr>
        <dsp:cNvPr id="0" name=""/>
        <dsp:cNvSpPr/>
      </dsp:nvSpPr>
      <dsp:spPr>
        <a:xfrm>
          <a:off x="-6855485" y="-1052020"/>
          <a:ext cx="8189046" cy="8189046"/>
        </a:xfrm>
        <a:prstGeom prst="blockArc">
          <a:avLst>
            <a:gd name="adj1" fmla="val 18900000"/>
            <a:gd name="adj2" fmla="val 2700000"/>
            <a:gd name="adj3" fmla="val 264"/>
          </a:avLst>
        </a:prstGeom>
        <a:noFill/>
        <a:ln w="381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DA8DB9-AB90-4365-B8A6-448AC256B8E2}">
      <dsp:nvSpPr>
        <dsp:cNvPr id="0" name=""/>
        <dsp:cNvSpPr/>
      </dsp:nvSpPr>
      <dsp:spPr>
        <a:xfrm>
          <a:off x="446370" y="276624"/>
          <a:ext cx="8384828" cy="553005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8000"/>
                <a:satMod val="150000"/>
              </a:schemeClr>
            </a:gs>
            <a:gs pos="72000">
              <a:schemeClr val="accent3">
                <a:hueOff val="0"/>
                <a:satOff val="0"/>
                <a:lumOff val="0"/>
                <a:alphaOff val="0"/>
                <a:tint val="90000"/>
                <a:satMod val="13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948" tIns="40640" rIns="40640" bIns="4064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Використання  різних  форм  і методів, що дозволяє розкрити суб’єктивний досвід учнів.</a:t>
          </a:r>
          <a:endParaRPr lang="ru-RU" sz="1600" b="1" kern="1200" dirty="0">
            <a:solidFill>
              <a:schemeClr val="tx1"/>
            </a:solidFill>
            <a:latin typeface="Constantia" pitchFamily="18" charset="0"/>
          </a:endParaRPr>
        </a:p>
      </dsp:txBody>
      <dsp:txXfrm>
        <a:off x="446370" y="276624"/>
        <a:ext cx="8384828" cy="553005"/>
      </dsp:txXfrm>
    </dsp:sp>
    <dsp:sp modelId="{A725B8CA-AB0A-49F8-9057-C409A6A8BFFE}">
      <dsp:nvSpPr>
        <dsp:cNvPr id="0" name=""/>
        <dsp:cNvSpPr/>
      </dsp:nvSpPr>
      <dsp:spPr>
        <a:xfrm>
          <a:off x="100742" y="207498"/>
          <a:ext cx="691256" cy="691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C0521CE-B13A-43B0-8F83-CA1C3D58BE5D}">
      <dsp:nvSpPr>
        <dsp:cNvPr id="0" name=""/>
        <dsp:cNvSpPr/>
      </dsp:nvSpPr>
      <dsp:spPr>
        <a:xfrm>
          <a:off x="912870" y="971141"/>
          <a:ext cx="7884032" cy="532306"/>
        </a:xfrm>
        <a:prstGeom prst="rect">
          <a:avLst/>
        </a:prstGeom>
        <a:gradFill rotWithShape="0">
          <a:gsLst>
            <a:gs pos="0">
              <a:schemeClr val="accent3">
                <a:hueOff val="1500320"/>
                <a:satOff val="136"/>
                <a:lumOff val="-1438"/>
                <a:alphaOff val="0"/>
                <a:shade val="58000"/>
                <a:satMod val="150000"/>
              </a:schemeClr>
            </a:gs>
            <a:gs pos="72000">
              <a:schemeClr val="accent3">
                <a:hueOff val="1500320"/>
                <a:satOff val="136"/>
                <a:lumOff val="-1438"/>
                <a:alphaOff val="0"/>
                <a:tint val="90000"/>
                <a:satMod val="135000"/>
              </a:schemeClr>
            </a:gs>
            <a:gs pos="100000">
              <a:schemeClr val="accent3">
                <a:hueOff val="1500320"/>
                <a:satOff val="136"/>
                <a:lumOff val="-1438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948" tIns="40640" rIns="40640" bIns="4064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Створення атмосфери зацікавленості кожного учня в роботі класу.</a:t>
          </a:r>
          <a:endParaRPr lang="ru-RU" sz="1600" b="1" kern="1200" dirty="0">
            <a:solidFill>
              <a:schemeClr val="tx1"/>
            </a:solidFill>
            <a:latin typeface="Constantia" pitchFamily="18" charset="0"/>
          </a:endParaRPr>
        </a:p>
      </dsp:txBody>
      <dsp:txXfrm>
        <a:off x="912870" y="971141"/>
        <a:ext cx="7884032" cy="532306"/>
      </dsp:txXfrm>
    </dsp:sp>
    <dsp:sp modelId="{7719AE47-317E-476F-BC6B-D8FF75AE5DE9}">
      <dsp:nvSpPr>
        <dsp:cNvPr id="0" name=""/>
        <dsp:cNvSpPr/>
      </dsp:nvSpPr>
      <dsp:spPr>
        <a:xfrm>
          <a:off x="511405" y="960791"/>
          <a:ext cx="691256" cy="691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1500320"/>
              <a:satOff val="136"/>
              <a:lumOff val="-1438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4A867CA-2D58-4E6E-9BBB-E58AD72954B2}">
      <dsp:nvSpPr>
        <dsp:cNvPr id="0" name=""/>
        <dsp:cNvSpPr/>
      </dsp:nvSpPr>
      <dsp:spPr>
        <a:xfrm>
          <a:off x="1231644" y="1684575"/>
          <a:ext cx="7609598" cy="735596"/>
        </a:xfrm>
        <a:prstGeom prst="rect">
          <a:avLst/>
        </a:prstGeom>
        <a:gradFill rotWithShape="0">
          <a:gsLst>
            <a:gs pos="0">
              <a:schemeClr val="accent3">
                <a:hueOff val="3000641"/>
                <a:satOff val="271"/>
                <a:lumOff val="-2877"/>
                <a:alphaOff val="0"/>
                <a:shade val="58000"/>
                <a:satMod val="150000"/>
              </a:schemeClr>
            </a:gs>
            <a:gs pos="72000">
              <a:schemeClr val="accent3">
                <a:hueOff val="3000641"/>
                <a:satOff val="271"/>
                <a:lumOff val="-2877"/>
                <a:alphaOff val="0"/>
                <a:tint val="90000"/>
                <a:satMod val="135000"/>
              </a:schemeClr>
            </a:gs>
            <a:gs pos="100000">
              <a:schemeClr val="accent3">
                <a:hueOff val="3000641"/>
                <a:satOff val="271"/>
                <a:lumOff val="-2877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948" tIns="40640" rIns="40640" bIns="40640" numCol="1" spcCol="1270" anchor="ctr" anchorCtr="0">
          <a:noAutofit/>
        </a:bodyPr>
        <a:lstStyle/>
        <a:p>
          <a:pPr lvl="0" algn="l" defTabSz="1504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Стимулювання  учнів до висловлювання, використання різних способів виконання завдань без страху помилитися, отримати неправильну відповідь.</a:t>
          </a:r>
          <a:endParaRPr lang="ru-RU" sz="1600" b="1" kern="1200" dirty="0">
            <a:solidFill>
              <a:schemeClr val="tx1"/>
            </a:solidFill>
            <a:latin typeface="Constantia" pitchFamily="18" charset="0"/>
          </a:endParaRPr>
        </a:p>
      </dsp:txBody>
      <dsp:txXfrm>
        <a:off x="1231644" y="1684575"/>
        <a:ext cx="7609598" cy="735596"/>
      </dsp:txXfrm>
    </dsp:sp>
    <dsp:sp modelId="{9148E279-661F-4910-BCC9-B137FA8D2EE0}">
      <dsp:nvSpPr>
        <dsp:cNvPr id="0" name=""/>
        <dsp:cNvSpPr/>
      </dsp:nvSpPr>
      <dsp:spPr>
        <a:xfrm>
          <a:off x="823906" y="1713275"/>
          <a:ext cx="691256" cy="691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3000641"/>
              <a:satOff val="271"/>
              <a:lumOff val="-2877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B2096E1-2B9B-4303-9EC6-B2130A4C9D0F}">
      <dsp:nvSpPr>
        <dsp:cNvPr id="0" name=""/>
        <dsp:cNvSpPr/>
      </dsp:nvSpPr>
      <dsp:spPr>
        <a:xfrm>
          <a:off x="1313737" y="2622525"/>
          <a:ext cx="7521974" cy="569081"/>
        </a:xfrm>
        <a:prstGeom prst="rect">
          <a:avLst/>
        </a:prstGeom>
        <a:gradFill rotWithShape="0">
          <a:gsLst>
            <a:gs pos="0">
              <a:schemeClr val="accent3">
                <a:hueOff val="4500961"/>
                <a:satOff val="407"/>
                <a:lumOff val="-4315"/>
                <a:alphaOff val="0"/>
                <a:shade val="58000"/>
                <a:satMod val="150000"/>
              </a:schemeClr>
            </a:gs>
            <a:gs pos="72000">
              <a:schemeClr val="accent3">
                <a:hueOff val="4500961"/>
                <a:satOff val="407"/>
                <a:lumOff val="-4315"/>
                <a:alphaOff val="0"/>
                <a:tint val="90000"/>
                <a:satMod val="135000"/>
              </a:schemeClr>
            </a:gs>
            <a:gs pos="100000">
              <a:schemeClr val="accent3">
                <a:hueOff val="4500961"/>
                <a:satOff val="407"/>
                <a:lumOff val="-4315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948" tIns="40640" rIns="40640" bIns="4064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Використання  дидактичного  матеріалу , що дозволяє учням  обрати найбільш важливі для них види, форми навчального змісту.</a:t>
          </a:r>
          <a:endParaRPr lang="ru-RU" sz="1600" b="1" kern="1200" dirty="0">
            <a:solidFill>
              <a:schemeClr val="tx1"/>
            </a:solidFill>
            <a:latin typeface="Constantia" pitchFamily="18" charset="0"/>
          </a:endParaRPr>
        </a:p>
      </dsp:txBody>
      <dsp:txXfrm>
        <a:off x="1313737" y="2622525"/>
        <a:ext cx="7521974" cy="569081"/>
      </dsp:txXfrm>
    </dsp:sp>
    <dsp:sp modelId="{4FBD91AB-A059-478F-971A-9F3AF5110A7A}">
      <dsp:nvSpPr>
        <dsp:cNvPr id="0" name=""/>
        <dsp:cNvSpPr/>
      </dsp:nvSpPr>
      <dsp:spPr>
        <a:xfrm>
          <a:off x="963796" y="2552588"/>
          <a:ext cx="691256" cy="691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4500961"/>
              <a:satOff val="407"/>
              <a:lumOff val="-4315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34AD98-9211-4DD4-802F-CF9AC05A537D}">
      <dsp:nvSpPr>
        <dsp:cNvPr id="0" name=""/>
        <dsp:cNvSpPr/>
      </dsp:nvSpPr>
      <dsp:spPr>
        <a:xfrm>
          <a:off x="1244657" y="3391896"/>
          <a:ext cx="7609598" cy="691920"/>
        </a:xfrm>
        <a:prstGeom prst="rect">
          <a:avLst/>
        </a:prstGeom>
        <a:gradFill rotWithShape="0">
          <a:gsLst>
            <a:gs pos="0">
              <a:schemeClr val="accent3">
                <a:hueOff val="6001281"/>
                <a:satOff val="542"/>
                <a:lumOff val="-5754"/>
                <a:alphaOff val="0"/>
                <a:shade val="58000"/>
                <a:satMod val="150000"/>
              </a:schemeClr>
            </a:gs>
            <a:gs pos="72000">
              <a:schemeClr val="accent3">
                <a:hueOff val="6001281"/>
                <a:satOff val="542"/>
                <a:lumOff val="-5754"/>
                <a:alphaOff val="0"/>
                <a:tint val="90000"/>
                <a:satMod val="135000"/>
              </a:schemeClr>
            </a:gs>
            <a:gs pos="100000">
              <a:schemeClr val="accent3">
                <a:hueOff val="6001281"/>
                <a:satOff val="542"/>
                <a:lumOff val="-5754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948" tIns="40640" rIns="40640" bIns="4064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Оцінка  діяльність учнів не лише за кінцевим результатом </a:t>
          </a:r>
          <a:r>
            <a:rPr lang="uk-UA" sz="1600" b="1" kern="1200" dirty="0" err="1" smtClean="0">
              <a:solidFill>
                <a:schemeClr val="tx1"/>
              </a:solidFill>
              <a:latin typeface="Constantia" pitchFamily="18" charset="0"/>
            </a:rPr>
            <a:t>„правильно”</a:t>
          </a: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, </a:t>
          </a:r>
          <a:r>
            <a:rPr lang="uk-UA" sz="1600" b="1" kern="1200" dirty="0" err="1" smtClean="0">
              <a:solidFill>
                <a:schemeClr val="tx1"/>
              </a:solidFill>
              <a:latin typeface="Constantia" pitchFamily="18" charset="0"/>
            </a:rPr>
            <a:t>„неправильно”</a:t>
          </a: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, але і у процесі їх дослідження.</a:t>
          </a:r>
          <a:endParaRPr lang="ru-RU" sz="1600" b="1" kern="1200" dirty="0">
            <a:solidFill>
              <a:schemeClr val="tx1"/>
            </a:solidFill>
            <a:latin typeface="Constantia" pitchFamily="18" charset="0"/>
          </a:endParaRPr>
        </a:p>
      </dsp:txBody>
      <dsp:txXfrm>
        <a:off x="1244657" y="3391896"/>
        <a:ext cx="7609598" cy="691920"/>
      </dsp:txXfrm>
    </dsp:sp>
    <dsp:sp modelId="{562D94CE-4450-498C-8FEE-380725DA296F}">
      <dsp:nvSpPr>
        <dsp:cNvPr id="0" name=""/>
        <dsp:cNvSpPr/>
      </dsp:nvSpPr>
      <dsp:spPr>
        <a:xfrm>
          <a:off x="893847" y="3391894"/>
          <a:ext cx="691256" cy="691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6001281"/>
              <a:satOff val="542"/>
              <a:lumOff val="-5754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CF268F9-1AD4-42FE-8134-5EEC70193CEC}">
      <dsp:nvSpPr>
        <dsp:cNvPr id="0" name=""/>
        <dsp:cNvSpPr/>
      </dsp:nvSpPr>
      <dsp:spPr>
        <a:xfrm>
          <a:off x="1008893" y="4231209"/>
          <a:ext cx="7884032" cy="691145"/>
        </a:xfrm>
        <a:prstGeom prst="rect">
          <a:avLst/>
        </a:prstGeom>
        <a:gradFill rotWithShape="0">
          <a:gsLst>
            <a:gs pos="0">
              <a:schemeClr val="accent3">
                <a:hueOff val="7501601"/>
                <a:satOff val="678"/>
                <a:lumOff val="-7192"/>
                <a:alphaOff val="0"/>
                <a:shade val="58000"/>
                <a:satMod val="150000"/>
              </a:schemeClr>
            </a:gs>
            <a:gs pos="72000">
              <a:schemeClr val="accent3">
                <a:hueOff val="7501601"/>
                <a:satOff val="678"/>
                <a:lumOff val="-7192"/>
                <a:alphaOff val="0"/>
                <a:tint val="90000"/>
                <a:satMod val="135000"/>
              </a:schemeClr>
            </a:gs>
            <a:gs pos="100000">
              <a:schemeClr val="accent3">
                <a:hueOff val="7501601"/>
                <a:satOff val="678"/>
                <a:lumOff val="-7192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948" tIns="40640" rIns="40640" bIns="4064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Заохочення  прагнення учнів знаходити свій спосіб роботи  ,аналіз  способів  роботи інших учнів в ході уроку, вибір  і опановування  найбільш раціонального способу.</a:t>
          </a:r>
          <a:endParaRPr lang="ru-RU" sz="1600" b="1" kern="1200" dirty="0">
            <a:solidFill>
              <a:schemeClr val="tx1"/>
            </a:solidFill>
            <a:latin typeface="Constantia" pitchFamily="18" charset="0"/>
          </a:endParaRPr>
        </a:p>
      </dsp:txBody>
      <dsp:txXfrm>
        <a:off x="1008893" y="4231209"/>
        <a:ext cx="7884032" cy="691145"/>
      </dsp:txXfrm>
    </dsp:sp>
    <dsp:sp modelId="{44C1023D-8427-4292-AEED-9EBEDE022942}">
      <dsp:nvSpPr>
        <dsp:cNvPr id="0" name=""/>
        <dsp:cNvSpPr/>
      </dsp:nvSpPr>
      <dsp:spPr>
        <a:xfrm>
          <a:off x="684025" y="4231206"/>
          <a:ext cx="691256" cy="69125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7501601"/>
              <a:satOff val="678"/>
              <a:lumOff val="-7192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DA3258-642B-4D67-AF8D-1DFFD1279E2D}">
      <dsp:nvSpPr>
        <dsp:cNvPr id="0" name=""/>
        <dsp:cNvSpPr/>
      </dsp:nvSpPr>
      <dsp:spPr>
        <a:xfrm>
          <a:off x="508097" y="5000575"/>
          <a:ext cx="8384828" cy="829668"/>
        </a:xfrm>
        <a:prstGeom prst="rect">
          <a:avLst/>
        </a:prstGeom>
        <a:gradFill rotWithShape="0">
          <a:gsLst>
            <a:gs pos="0">
              <a:schemeClr val="accent3">
                <a:hueOff val="9001922"/>
                <a:satOff val="813"/>
                <a:lumOff val="-8631"/>
                <a:alphaOff val="0"/>
                <a:shade val="58000"/>
                <a:satMod val="150000"/>
              </a:schemeClr>
            </a:gs>
            <a:gs pos="72000">
              <a:schemeClr val="accent3">
                <a:hueOff val="9001922"/>
                <a:satOff val="813"/>
                <a:lumOff val="-8631"/>
                <a:alphaOff val="0"/>
                <a:tint val="90000"/>
                <a:satMod val="135000"/>
              </a:schemeClr>
            </a:gs>
            <a:gs pos="100000">
              <a:schemeClr val="accent3">
                <a:hueOff val="9001922"/>
                <a:satOff val="813"/>
                <a:lumOff val="-8631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8948" tIns="40640" rIns="40640" bIns="4064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1" kern="1200" dirty="0" smtClean="0">
              <a:solidFill>
                <a:schemeClr val="tx1"/>
              </a:solidFill>
              <a:latin typeface="Constantia" pitchFamily="18" charset="0"/>
            </a:rPr>
            <a:t>Створення  педагогічної ситуації спілкування на уроці, що дозволяє кожному учневі проявити ініціативу, самостійність, вибірковість у способах роботи, створення  умов  для самовдосконалення учнів.</a:t>
          </a:r>
          <a:endParaRPr lang="ru-RU" sz="1600" b="1" kern="1200" dirty="0">
            <a:solidFill>
              <a:schemeClr val="tx1"/>
            </a:solidFill>
            <a:latin typeface="Constantia" pitchFamily="18" charset="0"/>
          </a:endParaRPr>
        </a:p>
      </dsp:txBody>
      <dsp:txXfrm>
        <a:off x="508097" y="5000575"/>
        <a:ext cx="8384828" cy="829668"/>
      </dsp:txXfrm>
    </dsp:sp>
    <dsp:sp modelId="{8F5550BF-AD19-4915-99EE-ED2CCD8F25B0}">
      <dsp:nvSpPr>
        <dsp:cNvPr id="0" name=""/>
        <dsp:cNvSpPr/>
      </dsp:nvSpPr>
      <dsp:spPr>
        <a:xfrm>
          <a:off x="155406" y="4961563"/>
          <a:ext cx="769285" cy="76928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9001922"/>
              <a:satOff val="813"/>
              <a:lumOff val="-8631"/>
              <a:alphaOff val="0"/>
            </a:schemeClr>
          </a:solidFill>
          <a:prstDash val="solid"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E3279-B0F1-4C81-B809-58B954FFD1C5}">
      <dsp:nvSpPr>
        <dsp:cNvPr id="0" name=""/>
        <dsp:cNvSpPr/>
      </dsp:nvSpPr>
      <dsp:spPr>
        <a:xfrm>
          <a:off x="1798100" y="715842"/>
          <a:ext cx="4801763" cy="4801763"/>
        </a:xfrm>
        <a:prstGeom prst="blockArc">
          <a:avLst>
            <a:gd name="adj1" fmla="val 11880000"/>
            <a:gd name="adj2" fmla="val 16200000"/>
            <a:gd name="adj3" fmla="val 4641"/>
          </a:avLst>
        </a:prstGeom>
        <a:gradFill rotWithShape="0">
          <a:gsLst>
            <a:gs pos="0">
              <a:schemeClr val="accent2">
                <a:hueOff val="-17325818"/>
                <a:satOff val="15657"/>
                <a:lumOff val="1768"/>
                <a:alphaOff val="0"/>
                <a:shade val="58000"/>
                <a:satMod val="150000"/>
              </a:schemeClr>
            </a:gs>
            <a:gs pos="72000">
              <a:schemeClr val="accent2">
                <a:hueOff val="-17325818"/>
                <a:satOff val="15657"/>
                <a:lumOff val="1768"/>
                <a:alphaOff val="0"/>
                <a:tint val="90000"/>
                <a:satMod val="135000"/>
              </a:schemeClr>
            </a:gs>
            <a:gs pos="100000">
              <a:schemeClr val="accent2">
                <a:hueOff val="-17325818"/>
                <a:satOff val="15657"/>
                <a:lumOff val="1768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758DE7A-2731-4C0F-BF97-93644DA0411D}">
      <dsp:nvSpPr>
        <dsp:cNvPr id="0" name=""/>
        <dsp:cNvSpPr/>
      </dsp:nvSpPr>
      <dsp:spPr>
        <a:xfrm>
          <a:off x="1798100" y="715842"/>
          <a:ext cx="4801763" cy="4801763"/>
        </a:xfrm>
        <a:prstGeom prst="blockArc">
          <a:avLst>
            <a:gd name="adj1" fmla="val 7560000"/>
            <a:gd name="adj2" fmla="val 11880000"/>
            <a:gd name="adj3" fmla="val 4641"/>
          </a:avLst>
        </a:prstGeom>
        <a:gradFill rotWithShape="0">
          <a:gsLst>
            <a:gs pos="0">
              <a:schemeClr val="accent2">
                <a:hueOff val="-12994363"/>
                <a:satOff val="11743"/>
                <a:lumOff val="1326"/>
                <a:alphaOff val="0"/>
                <a:shade val="58000"/>
                <a:satMod val="150000"/>
              </a:schemeClr>
            </a:gs>
            <a:gs pos="72000">
              <a:schemeClr val="accent2">
                <a:hueOff val="-12994363"/>
                <a:satOff val="11743"/>
                <a:lumOff val="1326"/>
                <a:alphaOff val="0"/>
                <a:tint val="90000"/>
                <a:satMod val="135000"/>
              </a:schemeClr>
            </a:gs>
            <a:gs pos="100000">
              <a:schemeClr val="accent2">
                <a:hueOff val="-12994363"/>
                <a:satOff val="11743"/>
                <a:lumOff val="1326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E893FEF-FF01-426A-88A6-4B10E3BD66B1}">
      <dsp:nvSpPr>
        <dsp:cNvPr id="0" name=""/>
        <dsp:cNvSpPr/>
      </dsp:nvSpPr>
      <dsp:spPr>
        <a:xfrm>
          <a:off x="1798100" y="715842"/>
          <a:ext cx="4801763" cy="4801763"/>
        </a:xfrm>
        <a:prstGeom prst="blockArc">
          <a:avLst>
            <a:gd name="adj1" fmla="val 3240000"/>
            <a:gd name="adj2" fmla="val 7560000"/>
            <a:gd name="adj3" fmla="val 4641"/>
          </a:avLst>
        </a:prstGeom>
        <a:gradFill rotWithShape="0">
          <a:gsLst>
            <a:gs pos="0">
              <a:schemeClr val="accent2">
                <a:hueOff val="-8662909"/>
                <a:satOff val="7828"/>
                <a:lumOff val="884"/>
                <a:alphaOff val="0"/>
                <a:shade val="58000"/>
                <a:satMod val="150000"/>
              </a:schemeClr>
            </a:gs>
            <a:gs pos="72000">
              <a:schemeClr val="accent2">
                <a:hueOff val="-8662909"/>
                <a:satOff val="7828"/>
                <a:lumOff val="884"/>
                <a:alphaOff val="0"/>
                <a:tint val="90000"/>
                <a:satMod val="135000"/>
              </a:schemeClr>
            </a:gs>
            <a:gs pos="100000">
              <a:schemeClr val="accent2">
                <a:hueOff val="-8662909"/>
                <a:satOff val="7828"/>
                <a:lumOff val="884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92B7B82-19A6-4EB7-B611-DEAA938BFE3B}">
      <dsp:nvSpPr>
        <dsp:cNvPr id="0" name=""/>
        <dsp:cNvSpPr/>
      </dsp:nvSpPr>
      <dsp:spPr>
        <a:xfrm>
          <a:off x="1798100" y="715842"/>
          <a:ext cx="4801763" cy="4801763"/>
        </a:xfrm>
        <a:prstGeom prst="blockArc">
          <a:avLst>
            <a:gd name="adj1" fmla="val 20520000"/>
            <a:gd name="adj2" fmla="val 3240000"/>
            <a:gd name="adj3" fmla="val 4641"/>
          </a:avLst>
        </a:prstGeom>
        <a:gradFill rotWithShape="0">
          <a:gsLst>
            <a:gs pos="0">
              <a:schemeClr val="accent2">
                <a:hueOff val="-4331455"/>
                <a:satOff val="3914"/>
                <a:lumOff val="442"/>
                <a:alphaOff val="0"/>
                <a:shade val="58000"/>
                <a:satMod val="150000"/>
              </a:schemeClr>
            </a:gs>
            <a:gs pos="72000">
              <a:schemeClr val="accent2">
                <a:hueOff val="-4331455"/>
                <a:satOff val="3914"/>
                <a:lumOff val="442"/>
                <a:alphaOff val="0"/>
                <a:tint val="90000"/>
                <a:satMod val="135000"/>
              </a:schemeClr>
            </a:gs>
            <a:gs pos="100000">
              <a:schemeClr val="accent2">
                <a:hueOff val="-4331455"/>
                <a:satOff val="3914"/>
                <a:lumOff val="442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5C09F01-1854-45E3-A609-89728CAFDB3F}">
      <dsp:nvSpPr>
        <dsp:cNvPr id="0" name=""/>
        <dsp:cNvSpPr/>
      </dsp:nvSpPr>
      <dsp:spPr>
        <a:xfrm>
          <a:off x="1798100" y="715842"/>
          <a:ext cx="4801763" cy="4801763"/>
        </a:xfrm>
        <a:prstGeom prst="blockArc">
          <a:avLst>
            <a:gd name="adj1" fmla="val 16200000"/>
            <a:gd name="adj2" fmla="val 20520000"/>
            <a:gd name="adj3" fmla="val 4641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8000"/>
                <a:satMod val="150000"/>
              </a:schemeClr>
            </a:gs>
            <a:gs pos="72000">
              <a:schemeClr val="accent2">
                <a:hueOff val="0"/>
                <a:satOff val="0"/>
                <a:lumOff val="0"/>
                <a:alphaOff val="0"/>
                <a:tint val="90000"/>
                <a:satMod val="13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01ED2D-5041-4564-88FE-4928D9C9A4D9}">
      <dsp:nvSpPr>
        <dsp:cNvPr id="0" name=""/>
        <dsp:cNvSpPr/>
      </dsp:nvSpPr>
      <dsp:spPr>
        <a:xfrm>
          <a:off x="2758816" y="1916109"/>
          <a:ext cx="2880331" cy="240123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8000"/>
                <a:satMod val="150000"/>
              </a:schemeClr>
            </a:gs>
            <a:gs pos="72000">
              <a:schemeClr val="accent1">
                <a:hueOff val="0"/>
                <a:satOff val="0"/>
                <a:lumOff val="0"/>
                <a:alphaOff val="0"/>
                <a:tint val="90000"/>
                <a:satMod val="135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800" b="0" i="0" kern="1200" dirty="0" smtClean="0">
              <a:solidFill>
                <a:schemeClr val="tx1"/>
              </a:solidFill>
              <a:effectLst/>
              <a:latin typeface="Monotype Corsiva" pitchFamily="66" charset="0"/>
            </a:rPr>
            <a:t>методи особистісно-орієнтованого навчання</a:t>
          </a:r>
          <a:endParaRPr lang="ru-RU" sz="2800" b="0" i="0" kern="1200" dirty="0">
            <a:solidFill>
              <a:schemeClr val="tx1"/>
            </a:solidFill>
            <a:effectLst/>
            <a:latin typeface="Monotype Corsiva" pitchFamily="66" charset="0"/>
          </a:endParaRPr>
        </a:p>
      </dsp:txBody>
      <dsp:txXfrm>
        <a:off x="2758816" y="1916109"/>
        <a:ext cx="2880331" cy="2401230"/>
      </dsp:txXfrm>
    </dsp:sp>
    <dsp:sp modelId="{99496515-596A-4539-A82A-96D0842576EB}">
      <dsp:nvSpPr>
        <dsp:cNvPr id="0" name=""/>
        <dsp:cNvSpPr/>
      </dsp:nvSpPr>
      <dsp:spPr>
        <a:xfrm>
          <a:off x="3285398" y="-22783"/>
          <a:ext cx="1827169" cy="1588666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8000"/>
                <a:satMod val="150000"/>
              </a:schemeClr>
            </a:gs>
            <a:gs pos="72000">
              <a:schemeClr val="accent2">
                <a:hueOff val="0"/>
                <a:satOff val="0"/>
                <a:lumOff val="0"/>
                <a:alphaOff val="0"/>
                <a:tint val="90000"/>
                <a:satMod val="135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/>
            <a:t>інформаційні</a:t>
          </a:r>
          <a:endParaRPr lang="ru-RU" sz="1600" kern="1200" dirty="0" smtClean="0"/>
        </a:p>
      </dsp:txBody>
      <dsp:txXfrm>
        <a:off x="3285398" y="-22783"/>
        <a:ext cx="1827169" cy="1588666"/>
      </dsp:txXfrm>
    </dsp:sp>
    <dsp:sp modelId="{78F04D20-59D7-427D-93AF-EB34BE9A0160}">
      <dsp:nvSpPr>
        <dsp:cNvPr id="0" name=""/>
        <dsp:cNvSpPr/>
      </dsp:nvSpPr>
      <dsp:spPr>
        <a:xfrm>
          <a:off x="5631523" y="1546859"/>
          <a:ext cx="1595707" cy="1690331"/>
        </a:xfrm>
        <a:prstGeom prst="ellipse">
          <a:avLst/>
        </a:prstGeom>
        <a:gradFill rotWithShape="0">
          <a:gsLst>
            <a:gs pos="0">
              <a:schemeClr val="accent2">
                <a:hueOff val="-4331455"/>
                <a:satOff val="3914"/>
                <a:lumOff val="442"/>
                <a:alphaOff val="0"/>
                <a:shade val="58000"/>
                <a:satMod val="150000"/>
              </a:schemeClr>
            </a:gs>
            <a:gs pos="72000">
              <a:schemeClr val="accent2">
                <a:hueOff val="-4331455"/>
                <a:satOff val="3914"/>
                <a:lumOff val="442"/>
                <a:alphaOff val="0"/>
                <a:tint val="90000"/>
                <a:satMod val="135000"/>
              </a:schemeClr>
            </a:gs>
            <a:gs pos="100000">
              <a:schemeClr val="accent2">
                <a:hueOff val="-4331455"/>
                <a:satOff val="3914"/>
                <a:lumOff val="442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kern="1200" dirty="0" smtClean="0"/>
            <a:t>навчання у співпраці</a:t>
          </a:r>
          <a:endParaRPr lang="uk-UA" sz="1500" kern="1200" dirty="0"/>
        </a:p>
      </dsp:txBody>
      <dsp:txXfrm>
        <a:off x="5631523" y="1546859"/>
        <a:ext cx="1595707" cy="1690331"/>
      </dsp:txXfrm>
    </dsp:sp>
    <dsp:sp modelId="{ED46C574-A0B0-4C42-A8E6-F26E6F478BA7}">
      <dsp:nvSpPr>
        <dsp:cNvPr id="0" name=""/>
        <dsp:cNvSpPr/>
      </dsp:nvSpPr>
      <dsp:spPr>
        <a:xfrm>
          <a:off x="4726102" y="4195909"/>
          <a:ext cx="1702679" cy="1636203"/>
        </a:xfrm>
        <a:prstGeom prst="ellipse">
          <a:avLst/>
        </a:prstGeom>
        <a:gradFill rotWithShape="0">
          <a:gsLst>
            <a:gs pos="0">
              <a:schemeClr val="accent2">
                <a:hueOff val="-8662909"/>
                <a:satOff val="7828"/>
                <a:lumOff val="884"/>
                <a:alphaOff val="0"/>
                <a:shade val="58000"/>
                <a:satMod val="150000"/>
              </a:schemeClr>
            </a:gs>
            <a:gs pos="72000">
              <a:schemeClr val="accent2">
                <a:hueOff val="-8662909"/>
                <a:satOff val="7828"/>
                <a:lumOff val="884"/>
                <a:alphaOff val="0"/>
                <a:tint val="90000"/>
                <a:satMod val="135000"/>
              </a:schemeClr>
            </a:gs>
            <a:gs pos="100000">
              <a:schemeClr val="accent2">
                <a:hueOff val="-8662909"/>
                <a:satOff val="7828"/>
                <a:lumOff val="884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kern="1200" dirty="0" smtClean="0"/>
            <a:t>діалогові</a:t>
          </a:r>
          <a:endParaRPr lang="ru-RU" sz="1500" kern="1200" dirty="0"/>
        </a:p>
      </dsp:txBody>
      <dsp:txXfrm>
        <a:off x="4726102" y="4195909"/>
        <a:ext cx="1702679" cy="1636203"/>
      </dsp:txXfrm>
    </dsp:sp>
    <dsp:sp modelId="{04A71F49-2D07-4E90-88A8-304C7124717F}">
      <dsp:nvSpPr>
        <dsp:cNvPr id="0" name=""/>
        <dsp:cNvSpPr/>
      </dsp:nvSpPr>
      <dsp:spPr>
        <a:xfrm>
          <a:off x="1917786" y="4172589"/>
          <a:ext cx="1805474" cy="1682842"/>
        </a:xfrm>
        <a:prstGeom prst="ellipse">
          <a:avLst/>
        </a:prstGeom>
        <a:gradFill rotWithShape="0">
          <a:gsLst>
            <a:gs pos="0">
              <a:schemeClr val="accent2">
                <a:hueOff val="-12994363"/>
                <a:satOff val="11743"/>
                <a:lumOff val="1326"/>
                <a:alphaOff val="0"/>
                <a:shade val="58000"/>
                <a:satMod val="150000"/>
              </a:schemeClr>
            </a:gs>
            <a:gs pos="72000">
              <a:schemeClr val="accent2">
                <a:hueOff val="-12994363"/>
                <a:satOff val="11743"/>
                <a:lumOff val="1326"/>
                <a:alphaOff val="0"/>
                <a:tint val="90000"/>
                <a:satMod val="135000"/>
              </a:schemeClr>
            </a:gs>
            <a:gs pos="100000">
              <a:schemeClr val="accent2">
                <a:hueOff val="-12994363"/>
                <a:satOff val="11743"/>
                <a:lumOff val="1326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kern="1200" dirty="0" smtClean="0"/>
            <a:t>ігрові</a:t>
          </a:r>
          <a:endParaRPr lang="ru-RU" sz="1500" kern="1200" dirty="0"/>
        </a:p>
      </dsp:txBody>
      <dsp:txXfrm>
        <a:off x="1917786" y="4172589"/>
        <a:ext cx="1805474" cy="1682842"/>
      </dsp:txXfrm>
    </dsp:sp>
    <dsp:sp modelId="{3DE20812-D5DA-4BE9-A599-8ADA20FEB113}">
      <dsp:nvSpPr>
        <dsp:cNvPr id="0" name=""/>
        <dsp:cNvSpPr/>
      </dsp:nvSpPr>
      <dsp:spPr>
        <a:xfrm>
          <a:off x="1125697" y="1545072"/>
          <a:ext cx="1685782" cy="1693906"/>
        </a:xfrm>
        <a:prstGeom prst="ellipse">
          <a:avLst/>
        </a:prstGeom>
        <a:gradFill rotWithShape="0">
          <a:gsLst>
            <a:gs pos="0">
              <a:schemeClr val="accent2">
                <a:hueOff val="-17325818"/>
                <a:satOff val="15657"/>
                <a:lumOff val="1768"/>
                <a:alphaOff val="0"/>
                <a:shade val="58000"/>
                <a:satMod val="150000"/>
              </a:schemeClr>
            </a:gs>
            <a:gs pos="72000">
              <a:schemeClr val="accent2">
                <a:hueOff val="-17325818"/>
                <a:satOff val="15657"/>
                <a:lumOff val="1768"/>
                <a:alphaOff val="0"/>
                <a:tint val="90000"/>
                <a:satMod val="135000"/>
              </a:schemeClr>
            </a:gs>
            <a:gs pos="100000">
              <a:schemeClr val="accent2">
                <a:hueOff val="-17325818"/>
                <a:satOff val="15657"/>
                <a:lumOff val="1768"/>
                <a:alphaOff val="0"/>
                <a:tint val="8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50800" dist="38100" dir="5400000" rotWithShape="0">
            <a:srgbClr val="000000">
              <a:alpha val="43137"/>
            </a:srgbClr>
          </a:outerShdw>
        </a:effectLst>
        <a:scene3d>
          <a:camera prst="orthographicFront" fov="0">
            <a:rot lat="0" lon="0" rev="0"/>
          </a:camera>
          <a:lightRig rig="soft" dir="tl">
            <a:rot lat="0" lon="0" rev="20000000"/>
          </a:lightRig>
        </a:scene3d>
        <a:sp3d prstMaterial="matte">
          <a:bevelT w="63500" h="6350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500" kern="1200" dirty="0" smtClean="0"/>
            <a:t>інтерактивні</a:t>
          </a:r>
          <a:endParaRPr lang="ru-RU" sz="1500" kern="1200" dirty="0"/>
        </a:p>
      </dsp:txBody>
      <dsp:txXfrm>
        <a:off x="1125697" y="1545072"/>
        <a:ext cx="1685782" cy="1693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25.09.2025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620688"/>
            <a:ext cx="8298298" cy="1538065"/>
          </a:xfrm>
        </p:spPr>
        <p:txBody>
          <a:bodyPr>
            <a:normAutofit fontScale="90000"/>
          </a:bodyPr>
          <a:lstStyle/>
          <a:p>
            <a:pPr algn="ctr"/>
            <a:r>
              <a:rPr lang="uk-UA" b="1" dirty="0" smtClean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Особистісно-орієнтовані        підходи у навчанні дітей</a:t>
            </a:r>
            <a:endParaRPr lang="ru-RU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330" name="AutoShape 2" descr="Результат пошуку зображень за запитом &quot;Особистісно-орієнтовані підходи у навчанні дітей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9332" name="AutoShape 4" descr="Результат пошуку зображень за запитом &quot;Особистісно-орієнтовані підходи у навчанні дітей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9333" name="Picture 5" descr="C:\Users\Оля\Desktop\діти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1924" y="2408620"/>
            <a:ext cx="5940152" cy="44493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95536" y="260649"/>
            <a:ext cx="8568952" cy="56323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r"/>
            <a:r>
              <a:rPr lang="uk-UA" sz="3600" b="1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  <a:t>“Ми</a:t>
            </a:r>
            <a:r>
              <a:rPr lang="uk-UA" sz="36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  <a:t> маємо справу з найскладнішим, неоціненним, найдорожчим, що є в житті – з людиною. Від нас, і від нашого вміння, майстерності, мудрості залежить її життя, здоров'я, розум, характер, воля, громадське  інтелектуальне обличчя , її місце і роль у житті, її щастя. Нема й бути не може абстрактного учня. Кожна дитина-це цілий світ-неповторний і </a:t>
            </a:r>
            <a:r>
              <a:rPr lang="uk-UA" sz="3600" b="1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  <a:t>своєрідний.”</a:t>
            </a:r>
            <a:r>
              <a:rPr lang="uk-UA" sz="36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  <a:t/>
            </a:r>
            <a:br>
              <a:rPr lang="uk-UA" sz="36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</a:br>
            <a:endParaRPr lang="ru-RU" sz="3600" b="1" i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otype Corsiva" pitchFamily="66" charset="0"/>
              <a:ea typeface="+mj-ea"/>
              <a:cs typeface="+mj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5877272"/>
            <a:ext cx="4752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  <a:defRPr/>
            </a:pPr>
            <a:r>
              <a:rPr lang="uk-UA" sz="36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  <a:t>В.А. Сухомлинський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692697"/>
            <a:ext cx="792088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500" b="1" dirty="0" err="1" smtClean="0">
                <a:solidFill>
                  <a:srgbClr val="450E7C"/>
                </a:solidFill>
              </a:rPr>
              <a:t>І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снує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тільки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один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спосіб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реалізувати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особистісно-орієнтований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підхід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</a:b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у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навчанні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–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робити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навчання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сферою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самоствердження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ru-RU" sz="3900" b="1" dirty="0" err="1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особистості</a:t>
            </a:r>
            <a:r>
              <a:rPr lang="ru-RU" sz="3900" b="1" dirty="0" smtClean="0">
                <a:solidFill>
                  <a:srgbClr val="450E7C"/>
                </a:solidFill>
                <a:latin typeface="Arial" pitchFamily="34" charset="0"/>
                <a:cs typeface="Arial" pitchFamily="34" charset="0"/>
              </a:rPr>
              <a:t>…</a:t>
            </a:r>
            <a:endParaRPr lang="ru-RU" sz="39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4" descr="MP900439456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4437112"/>
            <a:ext cx="3004650" cy="2006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55576" y="188640"/>
            <a:ext cx="77768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err="1" smtClean="0">
                <a:solidFill>
                  <a:srgbClr val="800000"/>
                </a:solidFill>
              </a:rPr>
              <a:t>Розвиток</a:t>
            </a:r>
            <a:r>
              <a:rPr lang="ru-RU" sz="3200" b="1" dirty="0" smtClean="0">
                <a:solidFill>
                  <a:srgbClr val="800000"/>
                </a:solidFill>
              </a:rPr>
              <a:t>  </a:t>
            </a:r>
            <a:r>
              <a:rPr lang="ru-RU" sz="3200" b="1" dirty="0" err="1" smtClean="0">
                <a:solidFill>
                  <a:srgbClr val="800000"/>
                </a:solidFill>
              </a:rPr>
              <a:t>сучасної</a:t>
            </a:r>
            <a:r>
              <a:rPr lang="ru-RU" sz="3200" b="1" dirty="0" smtClean="0">
                <a:solidFill>
                  <a:srgbClr val="800000"/>
                </a:solidFill>
              </a:rPr>
              <a:t> науки ставить перед школою </a:t>
            </a:r>
            <a:r>
              <a:rPr lang="ru-RU" sz="3200" b="1" dirty="0" err="1" smtClean="0">
                <a:solidFill>
                  <a:srgbClr val="800000"/>
                </a:solidFill>
              </a:rPr>
              <a:t>нові</a:t>
            </a:r>
            <a:r>
              <a:rPr lang="ru-RU" sz="3200" b="1" dirty="0" smtClean="0">
                <a:solidFill>
                  <a:srgbClr val="800000"/>
                </a:solidFill>
              </a:rPr>
              <a:t> </a:t>
            </a:r>
            <a:r>
              <a:rPr lang="ru-RU" sz="3200" b="1" dirty="0" err="1" smtClean="0">
                <a:solidFill>
                  <a:srgbClr val="800000"/>
                </a:solidFill>
              </a:rPr>
              <a:t>завдання</a:t>
            </a:r>
            <a:endParaRPr lang="uk-UA" sz="3200" b="1" i="1" dirty="0" smtClean="0">
              <a:solidFill>
                <a:schemeClr val="tx1">
                  <a:lumMod val="85000"/>
                  <a:lumOff val="15000"/>
                </a:schemeClr>
              </a:solidFill>
              <a:latin typeface="Monotype Corsiva" pitchFamily="66" charset="0"/>
              <a:ea typeface="+mj-ea"/>
              <a:cs typeface="+mj-cs"/>
            </a:endParaRPr>
          </a:p>
        </p:txBody>
      </p:sp>
      <p:graphicFrame>
        <p:nvGraphicFramePr>
          <p:cNvPr id="3" name="Схема 2"/>
          <p:cNvGraphicFramePr/>
          <p:nvPr/>
        </p:nvGraphicFramePr>
        <p:xfrm>
          <a:off x="755576" y="1484784"/>
          <a:ext cx="7848872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/>
        </p:nvGraphicFramePr>
        <p:xfrm>
          <a:off x="971600" y="692696"/>
          <a:ext cx="7416824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7544" y="188640"/>
            <a:ext cx="820891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3600" b="1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Принципи</a:t>
            </a:r>
            <a:r>
              <a:rPr lang="ru-RU" sz="36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 </a:t>
            </a:r>
            <a:r>
              <a:rPr lang="ru-RU" sz="3600" b="1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особистісно-орієнтованого</a:t>
            </a:r>
            <a:r>
              <a:rPr lang="ru-RU" sz="36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 </a:t>
            </a:r>
            <a:r>
              <a:rPr lang="ru-RU" sz="3600" b="1" i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навчання</a:t>
            </a:r>
            <a:endParaRPr lang="ru-RU" sz="3600" b="1" i="1" dirty="0" smtClean="0">
              <a:solidFill>
                <a:schemeClr val="tx1">
                  <a:lumMod val="85000"/>
                  <a:lumOff val="15000"/>
                </a:schemeClr>
              </a:solidFill>
              <a:latin typeface="Monotype Corsiva" pitchFamily="66" charset="0"/>
              <a:ea typeface="+mj-ea"/>
              <a:cs typeface="+mj-cs"/>
            </a:endParaRPr>
          </a:p>
        </p:txBody>
      </p:sp>
      <p:graphicFrame>
        <p:nvGraphicFramePr>
          <p:cNvPr id="9" name="Схема 8"/>
          <p:cNvGraphicFramePr/>
          <p:nvPr/>
        </p:nvGraphicFramePr>
        <p:xfrm>
          <a:off x="251520" y="1412776"/>
          <a:ext cx="8667923" cy="4848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88640"/>
            <a:ext cx="79928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800" b="1" i="1" dirty="0" err="1" smtClean="0">
                <a:solidFill>
                  <a:schemeClr val="bg2">
                    <a:lumMod val="10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ГОЛОВНІ   ІДЕЇ </a:t>
            </a:r>
            <a:br>
              <a:rPr lang="uk-UA" sz="2800" b="1" i="1" dirty="0" err="1" smtClean="0">
                <a:solidFill>
                  <a:schemeClr val="bg2">
                    <a:lumMod val="10000"/>
                  </a:schemeClr>
                </a:solidFill>
                <a:latin typeface="Monotype Corsiva" pitchFamily="66" charset="0"/>
                <a:ea typeface="+mj-ea"/>
                <a:cs typeface="+mj-cs"/>
              </a:rPr>
            </a:br>
            <a:r>
              <a:rPr lang="uk-UA" sz="2800" b="1" i="1" dirty="0" err="1" smtClean="0">
                <a:solidFill>
                  <a:schemeClr val="bg2">
                    <a:lumMod val="10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ОСОБИСТІСНО-ОРІЄНТОВАНОГО  НАВЧАННЯ</a:t>
            </a:r>
            <a:endParaRPr lang="ru-RU" sz="2800" b="1" i="1" dirty="0" err="1" smtClean="0">
              <a:solidFill>
                <a:schemeClr val="bg2">
                  <a:lumMod val="10000"/>
                </a:schemeClr>
              </a:solidFill>
              <a:latin typeface="Monotype Corsiva" pitchFamily="66" charset="0"/>
              <a:ea typeface="+mj-ea"/>
              <a:cs typeface="+mj-cs"/>
            </a:endParaRPr>
          </a:p>
        </p:txBody>
      </p:sp>
      <p:graphicFrame>
        <p:nvGraphicFramePr>
          <p:cNvPr id="3" name="Схема 2"/>
          <p:cNvGraphicFramePr/>
          <p:nvPr/>
        </p:nvGraphicFramePr>
        <p:xfrm>
          <a:off x="395536" y="1397000"/>
          <a:ext cx="8352928" cy="51283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одержимое 6"/>
          <p:cNvGraphicFramePr>
            <a:graphicFrameLocks/>
          </p:cNvGraphicFramePr>
          <p:nvPr/>
        </p:nvGraphicFramePr>
        <p:xfrm>
          <a:off x="179512" y="764703"/>
          <a:ext cx="8892926" cy="6085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827584" y="188640"/>
            <a:ext cx="83164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2800" b="1" i="1" dirty="0" smtClean="0">
                <a:solidFill>
                  <a:schemeClr val="bg2">
                    <a:lumMod val="10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Засоби досягнення  мети </a:t>
            </a:r>
            <a:r>
              <a:rPr lang="uk-UA" sz="2800" b="1" i="1" dirty="0" err="1" smtClean="0">
                <a:solidFill>
                  <a:schemeClr val="bg2">
                    <a:lumMod val="10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особистісно</a:t>
            </a:r>
            <a:r>
              <a:rPr lang="uk-UA" sz="2800" b="1" i="1" dirty="0" smtClean="0">
                <a:solidFill>
                  <a:schemeClr val="bg2">
                    <a:lumMod val="10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 </a:t>
            </a:r>
            <a:r>
              <a:rPr lang="uk-UA" sz="2800" b="1" i="1" dirty="0" err="1" smtClean="0">
                <a:solidFill>
                  <a:schemeClr val="bg2">
                    <a:lumMod val="10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-орієнтованого</a:t>
            </a:r>
            <a:r>
              <a:rPr lang="uk-UA" sz="2800" b="1" i="1" dirty="0" smtClean="0">
                <a:solidFill>
                  <a:schemeClr val="bg2">
                    <a:lumMod val="10000"/>
                  </a:schemeClr>
                </a:solidFill>
                <a:latin typeface="Monotype Corsiva" pitchFamily="66" charset="0"/>
                <a:ea typeface="+mj-ea"/>
                <a:cs typeface="+mj-cs"/>
              </a:rPr>
              <a:t> навчання</a:t>
            </a:r>
            <a:endParaRPr lang="ru-RU" sz="2800" b="1" i="1" dirty="0" smtClean="0">
              <a:solidFill>
                <a:schemeClr val="bg2">
                  <a:lumMod val="10000"/>
                </a:schemeClr>
              </a:solidFill>
              <a:latin typeface="Monotype Corsiva" pitchFamily="66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/>
        </p:nvGraphicFramePr>
        <p:xfrm>
          <a:off x="395536" y="692696"/>
          <a:ext cx="8352928" cy="5832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 descr="C:\Users\Оля\Desktop\фон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683568" y="692696"/>
            <a:ext cx="1872208" cy="349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uk-UA" sz="3600" b="1" dirty="0" smtClean="0"/>
              <a:t>Діалог</a:t>
            </a:r>
          </a:p>
          <a:p>
            <a:endParaRPr lang="uk-UA" sz="500" dirty="0" smtClean="0"/>
          </a:p>
          <a:p>
            <a:r>
              <a:rPr lang="uk-UA" b="1" dirty="0" smtClean="0"/>
              <a:t>це такий вид діяльності, який забезпечує комунікативне і ситуативно-мотивоване оперування мовним матеріалом</a:t>
            </a:r>
            <a:endParaRPr lang="uk-UA" b="1" dirty="0"/>
          </a:p>
        </p:txBody>
      </p:sp>
      <p:pic>
        <p:nvPicPr>
          <p:cNvPr id="4" name="Рисунок 3" descr="C:\Users\Оля\AppData\Local\Microsoft\Windows\INetCache\Content.Word\IMG_20191121_105101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1988840"/>
            <a:ext cx="2376264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 descr="C:\Users\Оля\AppData\Local\Microsoft\Windows\INetCache\Content.Word\IMG_20191121_104844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20072" y="1340769"/>
            <a:ext cx="2664296" cy="3528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Picture 2" descr="C:\Users\Оля\Desktop\фон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611560" y="620688"/>
            <a:ext cx="2376264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4306888" algn="l"/>
              </a:tabLst>
            </a:pPr>
            <a:r>
              <a:rPr lang="uk-UA" sz="2400" b="1" dirty="0" smtClean="0"/>
              <a:t>Навчання </a:t>
            </a:r>
          </a:p>
          <a:p>
            <a:pPr algn="ctr">
              <a:tabLst>
                <a:tab pos="4306888" algn="l"/>
              </a:tabLst>
            </a:pPr>
            <a:r>
              <a:rPr lang="uk-UA" sz="2400" b="1" dirty="0" smtClean="0"/>
              <a:t>у співпраці</a:t>
            </a:r>
          </a:p>
          <a:p>
            <a:pPr>
              <a:tabLst>
                <a:tab pos="4306888" algn="l"/>
              </a:tabLst>
            </a:pPr>
            <a:endParaRPr lang="uk-UA" sz="1100" b="1" dirty="0" smtClean="0"/>
          </a:p>
          <a:p>
            <a:pPr>
              <a:tabLst>
                <a:tab pos="4306888" algn="l"/>
              </a:tabLst>
            </a:pPr>
            <a:endParaRPr lang="uk-UA" sz="500" dirty="0" smtClean="0"/>
          </a:p>
          <a:p>
            <a:pPr>
              <a:tabLst>
                <a:tab pos="4306888" algn="l"/>
              </a:tabLst>
            </a:pPr>
            <a:r>
              <a:rPr lang="uk-UA" b="1" dirty="0" smtClean="0"/>
              <a:t>дає змогу учням набути навички спілкування та співпраці, стимулює роботу в команді</a:t>
            </a:r>
            <a:endParaRPr lang="uk-UA" b="1" dirty="0"/>
          </a:p>
        </p:txBody>
      </p:sp>
      <p:pic>
        <p:nvPicPr>
          <p:cNvPr id="7" name="Рисунок 6" descr="C:\Users\Оля\AppData\Local\Microsoft\Windows\INetCache\Content.Word\IMG_20191119_084227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43808" y="2780928"/>
            <a:ext cx="266429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Рисунок 7" descr="C:\Users\Оля\AppData\Local\Microsoft\Windows\INetCache\Content.Word\IMG_20191119_084500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1484783"/>
            <a:ext cx="2592288" cy="3168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Picture 2" descr="C:\Users\Оля\Desktop\фон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539552" y="1628800"/>
            <a:ext cx="252028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4306888" algn="l"/>
              </a:tabLst>
            </a:pPr>
            <a:r>
              <a:rPr lang="uk-UA" b="1" dirty="0" smtClean="0"/>
              <a:t>визначають ставлення учнів до конкретної ситуації чи проблеми, дають змогу набути знання шляхом гри та змогу діяти «як насправді», активізують діяльність учнів</a:t>
            </a:r>
            <a:endParaRPr lang="uk-UA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755576" y="1052736"/>
            <a:ext cx="23042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tabLst>
                <a:tab pos="4306888" algn="l"/>
              </a:tabLst>
            </a:pPr>
            <a:r>
              <a:rPr lang="uk-UA" sz="2400" b="1" dirty="0" smtClean="0"/>
              <a:t>Ігрові методи</a:t>
            </a:r>
          </a:p>
        </p:txBody>
      </p:sp>
      <p:pic>
        <p:nvPicPr>
          <p:cNvPr id="5" name="Рисунок 4" descr="C:\Users\Оля\AppData\Local\Microsoft\Windows\INetCache\Content.Word\IMG_20191119_131327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2780928"/>
            <a:ext cx="2736304" cy="2952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 descr="C:\Users\Оля\AppData\Local\Microsoft\Windows\INetCache\Content.Word\IMG_20191119_123408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2160" y="1268760"/>
            <a:ext cx="2376264" cy="331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 descr="C:\Users\Оля\Desktop\фон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827584" y="1052736"/>
            <a:ext cx="37472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3600" b="1" dirty="0" smtClean="0"/>
              <a:t>Метод </a:t>
            </a:r>
            <a:r>
              <a:rPr lang="ru-RU" sz="3600" b="1" dirty="0" err="1" smtClean="0"/>
              <a:t>проектів</a:t>
            </a:r>
            <a:r>
              <a:rPr lang="ru-RU" sz="3600" b="1" dirty="0" smtClean="0"/>
              <a:t> </a:t>
            </a:r>
            <a:endParaRPr lang="uk-UA" sz="3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1560" y="3573016"/>
            <a:ext cx="46622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uk-UA" sz="2400" dirty="0" smtClean="0"/>
              <a:t>Підготовка;</a:t>
            </a:r>
          </a:p>
          <a:p>
            <a:pPr>
              <a:buFont typeface="Wingdings" pitchFamily="2" charset="2"/>
              <a:buChar char="Ø"/>
            </a:pPr>
            <a:r>
              <a:rPr lang="uk-UA" sz="2400" dirty="0" smtClean="0"/>
              <a:t>Планування;</a:t>
            </a:r>
          </a:p>
          <a:p>
            <a:pPr>
              <a:buFont typeface="Wingdings" pitchFamily="2" charset="2"/>
              <a:buChar char="Ø"/>
            </a:pPr>
            <a:r>
              <a:rPr lang="uk-UA" sz="2400" dirty="0" smtClean="0"/>
              <a:t>Дослідження;</a:t>
            </a:r>
          </a:p>
          <a:p>
            <a:pPr>
              <a:buFont typeface="Wingdings" pitchFamily="2" charset="2"/>
              <a:buChar char="Ø"/>
            </a:pPr>
            <a:r>
              <a:rPr lang="uk-UA" sz="2400" dirty="0" smtClean="0"/>
              <a:t>Результати і висновки;</a:t>
            </a:r>
          </a:p>
          <a:p>
            <a:pPr>
              <a:buFont typeface="Wingdings" pitchFamily="2" charset="2"/>
              <a:buChar char="Ø"/>
            </a:pPr>
            <a:r>
              <a:rPr lang="uk-UA" sz="2400" dirty="0" smtClean="0"/>
              <a:t>Уявлення або звіт;</a:t>
            </a:r>
          </a:p>
          <a:p>
            <a:pPr>
              <a:buFont typeface="Wingdings" pitchFamily="2" charset="2"/>
              <a:buChar char="Ø"/>
            </a:pPr>
            <a:r>
              <a:rPr lang="uk-UA" sz="2400" dirty="0" smtClean="0"/>
              <a:t>Оцінка результатів.</a:t>
            </a:r>
            <a:endParaRPr lang="ru-RU" sz="2400" dirty="0" smtClean="0"/>
          </a:p>
        </p:txBody>
      </p:sp>
      <p:pic>
        <p:nvPicPr>
          <p:cNvPr id="5" name="Рисунок 4" descr="C:\Users\Оля\AppData\Local\Microsoft\Windows\INetCache\Content.Word\IMG_20191119_084328.jp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0152" y="908720"/>
            <a:ext cx="2160240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Рисунок 9" descr="C:\Users\Оля\AppData\Local\Microsoft\Windows\INetCache\Content.Word\IMG_20191122_131603.jpg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72200" y="2780928"/>
            <a:ext cx="2520280" cy="2832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10" descr="C:\Users\Оля\AppData\Local\Microsoft\Windows\INetCache\Content.Word\IMG_20191122_130002.jpg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39952" y="2276872"/>
            <a:ext cx="252028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899592" y="1700808"/>
            <a:ext cx="4104456" cy="2011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4306888" algn="l"/>
              </a:tabLst>
            </a:pPr>
            <a:r>
              <a:rPr lang="uk-UA" sz="2000" b="1" dirty="0" smtClean="0"/>
              <a:t>самостійно-спланована і реалізована робота, в якій мовленнєве спілкування вплетене в інтелектуально-емоційний контекст іншої діяльності</a:t>
            </a:r>
            <a:endParaRPr lang="uk-UA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2" descr="C:\Users\Оля\Desktop\фон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611560" y="980728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3200" b="1" dirty="0" err="1" smtClean="0"/>
              <a:t>Інформаційні</a:t>
            </a:r>
            <a:endParaRPr lang="ru-RU" sz="3200" b="1" dirty="0" smtClean="0"/>
          </a:p>
          <a:p>
            <a:pPr algn="ctr"/>
            <a:r>
              <a:rPr lang="ru-RU" sz="3200" b="1" dirty="0" smtClean="0"/>
              <a:t> </a:t>
            </a:r>
            <a:r>
              <a:rPr lang="ru-RU" sz="3200" b="1" dirty="0" err="1" smtClean="0"/>
              <a:t>методи</a:t>
            </a:r>
            <a:endParaRPr lang="uk-UA" sz="32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83568" y="2060848"/>
            <a:ext cx="23042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b="1" dirty="0" smtClean="0"/>
              <a:t>використання програми для створення презентацій Microsoft </a:t>
            </a:r>
            <a:r>
              <a:rPr lang="uk-UA" b="1" dirty="0" err="1" smtClean="0"/>
              <a:t>Power</a:t>
            </a:r>
            <a:r>
              <a:rPr lang="uk-UA" b="1" dirty="0" smtClean="0"/>
              <a:t> </a:t>
            </a:r>
            <a:r>
              <a:rPr lang="uk-UA" b="1" dirty="0" err="1" smtClean="0"/>
              <a:t>Point</a:t>
            </a:r>
            <a:r>
              <a:rPr lang="uk-UA" b="1" dirty="0" smtClean="0"/>
              <a:t>, контрольно-діагностичної системи Test-W. </a:t>
            </a:r>
          </a:p>
        </p:txBody>
      </p:sp>
      <p:pic>
        <p:nvPicPr>
          <p:cNvPr id="8" name="Picture 3" descr="C:\Users\Натуся\Desktop\пк\P1280195.JPG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9" y="1916832"/>
            <a:ext cx="3528392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 descr="C:\Users\Оля\Desktop\фон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2268620" y="620688"/>
            <a:ext cx="38005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uk-UA" sz="2800" b="1" smtClean="0"/>
              <a:t>Інтерактивні вправи</a:t>
            </a:r>
            <a:endParaRPr lang="uk-UA" sz="2800" b="1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907704" y="1484784"/>
            <a:ext cx="489654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80000"/>
              </a:lnSpc>
              <a:buFont typeface="Wingdings" pitchFamily="2" charset="2"/>
              <a:buChar char="q"/>
            </a:pPr>
            <a:r>
              <a:rPr lang="uk-UA" sz="2800" dirty="0" smtClean="0"/>
              <a:t>Робота в малих групах;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q"/>
            </a:pPr>
            <a:r>
              <a:rPr lang="uk-UA" sz="2800" dirty="0" smtClean="0"/>
              <a:t>Коло ідей;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q"/>
            </a:pPr>
            <a:r>
              <a:rPr lang="uk-UA" sz="2800" dirty="0" smtClean="0"/>
              <a:t>Мозковий штурм;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q"/>
            </a:pPr>
            <a:r>
              <a:rPr lang="uk-UA" sz="2800" dirty="0" smtClean="0"/>
              <a:t>Навчаючи – учусь (</a:t>
            </a:r>
            <a:r>
              <a:rPr lang="uk-UA" sz="2800" dirty="0" err="1" smtClean="0"/>
              <a:t>“Броунівський</a:t>
            </a:r>
            <a:r>
              <a:rPr lang="uk-UA" sz="2800" dirty="0" smtClean="0"/>
              <a:t> </a:t>
            </a:r>
            <a:r>
              <a:rPr lang="uk-UA" sz="2800" dirty="0" err="1" smtClean="0"/>
              <a:t>рух”</a:t>
            </a:r>
            <a:r>
              <a:rPr lang="uk-UA" sz="2800" dirty="0" smtClean="0"/>
              <a:t>);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q"/>
            </a:pPr>
            <a:r>
              <a:rPr lang="uk-UA" sz="2800" dirty="0" smtClean="0"/>
              <a:t>Мікрофон;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q"/>
            </a:pPr>
            <a:r>
              <a:rPr lang="uk-UA" sz="2800" dirty="0" smtClean="0"/>
              <a:t>Розігрування ситуації в ролях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q"/>
            </a:pPr>
            <a:r>
              <a:rPr lang="uk-UA" sz="2800" dirty="0" smtClean="0"/>
              <a:t>Ажурна пилка;</a:t>
            </a:r>
          </a:p>
          <a:p>
            <a:pPr marL="457200" indent="-457200">
              <a:lnSpc>
                <a:spcPct val="80000"/>
              </a:lnSpc>
              <a:buFont typeface="Wingdings" pitchFamily="2" charset="2"/>
              <a:buChar char="q"/>
            </a:pPr>
            <a:r>
              <a:rPr lang="uk-UA" sz="2800" dirty="0" smtClean="0"/>
              <a:t>Метод проектів, та ін.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 descr="C:\Users\Оля\Desktop\фон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4479635" y="3244334"/>
            <a:ext cx="184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uk-UA" b="1" dirty="0"/>
          </a:p>
        </p:txBody>
      </p:sp>
      <p:grpSp>
        <p:nvGrpSpPr>
          <p:cNvPr id="4" name="Группа 43"/>
          <p:cNvGrpSpPr>
            <a:grpSpLocks/>
          </p:cNvGrpSpPr>
          <p:nvPr/>
        </p:nvGrpSpPr>
        <p:grpSpPr bwMode="auto">
          <a:xfrm>
            <a:off x="467544" y="332656"/>
            <a:ext cx="7776989" cy="5726460"/>
            <a:chOff x="536" y="277460"/>
            <a:chExt cx="8963953" cy="6429174"/>
          </a:xfrm>
        </p:grpSpPr>
        <p:sp>
          <p:nvSpPr>
            <p:cNvPr id="5" name="Полилиния 4"/>
            <p:cNvSpPr/>
            <p:nvPr/>
          </p:nvSpPr>
          <p:spPr>
            <a:xfrm>
              <a:off x="4983332" y="3138046"/>
              <a:ext cx="3546214" cy="733402"/>
            </a:xfrm>
            <a:custGeom>
              <a:avLst/>
              <a:gdLst>
                <a:gd name="connsiteX0" fmla="*/ 0 w 2026182"/>
                <a:gd name="connsiteY0" fmla="*/ 0 h 1464907"/>
                <a:gd name="connsiteX1" fmla="*/ 2026182 w 2026182"/>
                <a:gd name="connsiteY1" fmla="*/ 0 h 1464907"/>
                <a:gd name="connsiteX2" fmla="*/ 2026182 w 2026182"/>
                <a:gd name="connsiteY2" fmla="*/ 1464907 h 1464907"/>
                <a:gd name="connsiteX3" fmla="*/ 0 w 2026182"/>
                <a:gd name="connsiteY3" fmla="*/ 1464907 h 1464907"/>
                <a:gd name="connsiteX4" fmla="*/ 0 w 2026182"/>
                <a:gd name="connsiteY4" fmla="*/ 0 h 146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6182" h="1464907">
                  <a:moveTo>
                    <a:pt x="0" y="0"/>
                  </a:moveTo>
                  <a:lnTo>
                    <a:pt x="2026182" y="0"/>
                  </a:lnTo>
                  <a:lnTo>
                    <a:pt x="2026182" y="1464907"/>
                  </a:lnTo>
                  <a:lnTo>
                    <a:pt x="0" y="14649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25400" tIns="25400" rIns="25400" bIns="25400" spcCol="1270" anchor="ctr"/>
            <a:lstStyle/>
            <a:p>
              <a:pPr defTabSz="889000">
                <a:lnSpc>
                  <a:spcPct val="90000"/>
                </a:lnSpc>
                <a:spcAft>
                  <a:spcPct val="10000"/>
                </a:spcAft>
                <a:defRPr/>
              </a:pPr>
              <a:r>
                <a:rPr lang="uk-UA" sz="2000" dirty="0">
                  <a:solidFill>
                    <a:schemeClr val="accent6">
                      <a:lumMod val="50000"/>
                    </a:schemeClr>
                  </a:solidFill>
                </a:rPr>
                <a:t>лексичні та граматичні ігри з елементами змагання</a:t>
              </a:r>
            </a:p>
          </p:txBody>
        </p:sp>
        <p:sp>
          <p:nvSpPr>
            <p:cNvPr id="6" name="Полилиния 5"/>
            <p:cNvSpPr/>
            <p:nvPr/>
          </p:nvSpPr>
          <p:spPr>
            <a:xfrm>
              <a:off x="5042065" y="4104802"/>
              <a:ext cx="2206463" cy="512747"/>
            </a:xfrm>
            <a:custGeom>
              <a:avLst/>
              <a:gdLst>
                <a:gd name="connsiteX0" fmla="*/ 0 w 2026182"/>
                <a:gd name="connsiteY0" fmla="*/ 0 h 1464907"/>
                <a:gd name="connsiteX1" fmla="*/ 2026182 w 2026182"/>
                <a:gd name="connsiteY1" fmla="*/ 0 h 1464907"/>
                <a:gd name="connsiteX2" fmla="*/ 2026182 w 2026182"/>
                <a:gd name="connsiteY2" fmla="*/ 1464907 h 1464907"/>
                <a:gd name="connsiteX3" fmla="*/ 0 w 2026182"/>
                <a:gd name="connsiteY3" fmla="*/ 1464907 h 1464907"/>
                <a:gd name="connsiteX4" fmla="*/ 0 w 2026182"/>
                <a:gd name="connsiteY4" fmla="*/ 0 h 146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6182" h="1464907">
                  <a:moveTo>
                    <a:pt x="0" y="0"/>
                  </a:moveTo>
                  <a:lnTo>
                    <a:pt x="2026182" y="0"/>
                  </a:lnTo>
                  <a:lnTo>
                    <a:pt x="2026182" y="1464907"/>
                  </a:lnTo>
                  <a:lnTo>
                    <a:pt x="0" y="14649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25400" tIns="25400" rIns="25400" bIns="25400" spcCol="1270" anchor="ctr"/>
            <a:lstStyle/>
            <a:p>
              <a:pPr defTabSz="889000">
                <a:lnSpc>
                  <a:spcPct val="90000"/>
                </a:lnSpc>
                <a:spcAft>
                  <a:spcPct val="10000"/>
                </a:spcAft>
                <a:defRPr/>
              </a:pPr>
              <a:r>
                <a:rPr lang="uk-UA" sz="2000" dirty="0"/>
                <a:t>ігри-змагання</a:t>
              </a:r>
            </a:p>
          </p:txBody>
        </p:sp>
        <p:sp>
          <p:nvSpPr>
            <p:cNvPr id="7" name="Полилиния 6"/>
            <p:cNvSpPr/>
            <p:nvPr/>
          </p:nvSpPr>
          <p:spPr>
            <a:xfrm>
              <a:off x="4369014" y="5685903"/>
              <a:ext cx="4595475" cy="538146"/>
            </a:xfrm>
            <a:custGeom>
              <a:avLst/>
              <a:gdLst>
                <a:gd name="connsiteX0" fmla="*/ 0 w 2026182"/>
                <a:gd name="connsiteY0" fmla="*/ 0 h 1464907"/>
                <a:gd name="connsiteX1" fmla="*/ 2026182 w 2026182"/>
                <a:gd name="connsiteY1" fmla="*/ 0 h 1464907"/>
                <a:gd name="connsiteX2" fmla="*/ 2026182 w 2026182"/>
                <a:gd name="connsiteY2" fmla="*/ 1464907 h 1464907"/>
                <a:gd name="connsiteX3" fmla="*/ 0 w 2026182"/>
                <a:gd name="connsiteY3" fmla="*/ 1464907 h 1464907"/>
                <a:gd name="connsiteX4" fmla="*/ 0 w 2026182"/>
                <a:gd name="connsiteY4" fmla="*/ 0 h 146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6182" h="1464907">
                  <a:moveTo>
                    <a:pt x="0" y="0"/>
                  </a:moveTo>
                  <a:lnTo>
                    <a:pt x="2026182" y="0"/>
                  </a:lnTo>
                  <a:lnTo>
                    <a:pt x="2026182" y="1464907"/>
                  </a:lnTo>
                  <a:lnTo>
                    <a:pt x="0" y="14649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25400" tIns="25400" rIns="25400" bIns="25400" spcCol="1270" anchor="ctr"/>
            <a:lstStyle/>
            <a:p>
              <a:pPr defTabSz="889000">
                <a:lnSpc>
                  <a:spcPct val="90000"/>
                </a:lnSpc>
                <a:spcAft>
                  <a:spcPct val="10000"/>
                </a:spcAft>
                <a:defRPr/>
              </a:pPr>
              <a:r>
                <a:rPr lang="uk-UA" sz="2000" dirty="0">
                  <a:solidFill>
                    <a:schemeClr val="accent2">
                      <a:lumMod val="75000"/>
                    </a:schemeClr>
                  </a:solidFill>
                </a:rPr>
                <a:t>інтелектуальні автентичні ігри </a:t>
              </a:r>
            </a:p>
            <a:p>
              <a:pPr defTabSz="889000">
                <a:lnSpc>
                  <a:spcPct val="90000"/>
                </a:lnSpc>
                <a:spcAft>
                  <a:spcPct val="10000"/>
                </a:spcAft>
                <a:defRPr/>
              </a:pPr>
              <a:r>
                <a:rPr lang="uk-UA" sz="2000" dirty="0"/>
                <a:t> </a:t>
              </a:r>
            </a:p>
          </p:txBody>
        </p:sp>
        <p:sp>
          <p:nvSpPr>
            <p:cNvPr id="8" name="Полилиния 7"/>
            <p:cNvSpPr/>
            <p:nvPr/>
          </p:nvSpPr>
          <p:spPr>
            <a:xfrm>
              <a:off x="4862691" y="4874716"/>
              <a:ext cx="2206463" cy="533383"/>
            </a:xfrm>
            <a:custGeom>
              <a:avLst/>
              <a:gdLst>
                <a:gd name="connsiteX0" fmla="*/ 0 w 2026182"/>
                <a:gd name="connsiteY0" fmla="*/ 0 h 1464907"/>
                <a:gd name="connsiteX1" fmla="*/ 2026182 w 2026182"/>
                <a:gd name="connsiteY1" fmla="*/ 0 h 1464907"/>
                <a:gd name="connsiteX2" fmla="*/ 2026182 w 2026182"/>
                <a:gd name="connsiteY2" fmla="*/ 1464907 h 1464907"/>
                <a:gd name="connsiteX3" fmla="*/ 0 w 2026182"/>
                <a:gd name="connsiteY3" fmla="*/ 1464907 h 1464907"/>
                <a:gd name="connsiteX4" fmla="*/ 0 w 2026182"/>
                <a:gd name="connsiteY4" fmla="*/ 0 h 146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6182" h="1464907">
                  <a:moveTo>
                    <a:pt x="0" y="0"/>
                  </a:moveTo>
                  <a:lnTo>
                    <a:pt x="2026182" y="0"/>
                  </a:lnTo>
                  <a:lnTo>
                    <a:pt x="2026182" y="1464907"/>
                  </a:lnTo>
                  <a:lnTo>
                    <a:pt x="0" y="14649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25400" tIns="25400" rIns="25400" bIns="25400" spcCol="1270" anchor="ctr"/>
            <a:lstStyle/>
            <a:p>
              <a:pPr>
                <a:defRPr/>
              </a:pPr>
              <a:r>
                <a:rPr lang="uk-UA" sz="2000" dirty="0">
                  <a:solidFill>
                    <a:srgbClr val="C00000"/>
                  </a:solidFill>
                </a:rPr>
                <a:t>ігри-конкурси</a:t>
              </a:r>
            </a:p>
          </p:txBody>
        </p:sp>
        <p:sp>
          <p:nvSpPr>
            <p:cNvPr id="9" name="Полилиния 8"/>
            <p:cNvSpPr/>
            <p:nvPr/>
          </p:nvSpPr>
          <p:spPr>
            <a:xfrm>
              <a:off x="3551513" y="6079591"/>
              <a:ext cx="5412976" cy="585770"/>
            </a:xfrm>
            <a:custGeom>
              <a:avLst/>
              <a:gdLst>
                <a:gd name="connsiteX0" fmla="*/ 0 w 2026182"/>
                <a:gd name="connsiteY0" fmla="*/ 0 h 1464907"/>
                <a:gd name="connsiteX1" fmla="*/ 2026182 w 2026182"/>
                <a:gd name="connsiteY1" fmla="*/ 0 h 1464907"/>
                <a:gd name="connsiteX2" fmla="*/ 2026182 w 2026182"/>
                <a:gd name="connsiteY2" fmla="*/ 1464907 h 1464907"/>
                <a:gd name="connsiteX3" fmla="*/ 0 w 2026182"/>
                <a:gd name="connsiteY3" fmla="*/ 1464907 h 1464907"/>
                <a:gd name="connsiteX4" fmla="*/ 0 w 2026182"/>
                <a:gd name="connsiteY4" fmla="*/ 0 h 146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6182" h="1464907">
                  <a:moveTo>
                    <a:pt x="0" y="0"/>
                  </a:moveTo>
                  <a:lnTo>
                    <a:pt x="2026182" y="0"/>
                  </a:lnTo>
                  <a:lnTo>
                    <a:pt x="2026182" y="1464907"/>
                  </a:lnTo>
                  <a:lnTo>
                    <a:pt x="0" y="146490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25400" tIns="25400" rIns="25400" bIns="25400" spcCol="1270" anchor="ctr"/>
            <a:lstStyle/>
            <a:p>
              <a:pPr>
                <a:defRPr/>
              </a:pPr>
              <a:r>
                <a:rPr lang="uk-UA" sz="2000" dirty="0"/>
                <a:t>спокійні інтелектуальні ігри</a:t>
              </a:r>
            </a:p>
          </p:txBody>
        </p:sp>
        <p:grpSp>
          <p:nvGrpSpPr>
            <p:cNvPr id="10" name="Группа 40"/>
            <p:cNvGrpSpPr>
              <a:grpSpLocks/>
            </p:cNvGrpSpPr>
            <p:nvPr/>
          </p:nvGrpSpPr>
          <p:grpSpPr bwMode="auto">
            <a:xfrm>
              <a:off x="536" y="277460"/>
              <a:ext cx="8567107" cy="6429174"/>
              <a:chOff x="536" y="277460"/>
              <a:chExt cx="8567107" cy="6429174"/>
            </a:xfrm>
          </p:grpSpPr>
          <p:sp>
            <p:nvSpPr>
              <p:cNvPr id="11" name="Полилиния 10"/>
              <p:cNvSpPr/>
              <p:nvPr/>
            </p:nvSpPr>
            <p:spPr>
              <a:xfrm>
                <a:off x="3319755" y="277460"/>
                <a:ext cx="2027088" cy="473060"/>
              </a:xfrm>
              <a:custGeom>
                <a:avLst/>
                <a:gdLst>
                  <a:gd name="connsiteX0" fmla="*/ 0 w 2026182"/>
                  <a:gd name="connsiteY0" fmla="*/ 0 h 1464907"/>
                  <a:gd name="connsiteX1" fmla="*/ 2026182 w 2026182"/>
                  <a:gd name="connsiteY1" fmla="*/ 0 h 1464907"/>
                  <a:gd name="connsiteX2" fmla="*/ 2026182 w 2026182"/>
                  <a:gd name="connsiteY2" fmla="*/ 1464907 h 1464907"/>
                  <a:gd name="connsiteX3" fmla="*/ 0 w 2026182"/>
                  <a:gd name="connsiteY3" fmla="*/ 1464907 h 1464907"/>
                  <a:gd name="connsiteX4" fmla="*/ 0 w 2026182"/>
                  <a:gd name="connsiteY4" fmla="*/ 0 h 1464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26182" h="1464907">
                    <a:moveTo>
                      <a:pt x="0" y="0"/>
                    </a:moveTo>
                    <a:lnTo>
                      <a:pt x="2026182" y="0"/>
                    </a:lnTo>
                    <a:lnTo>
                      <a:pt x="2026182" y="1464907"/>
                    </a:lnTo>
                    <a:lnTo>
                      <a:pt x="0" y="146490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25400" tIns="25400" rIns="25400" bIns="25400" spcCol="1270" anchor="ctr"/>
              <a:lstStyle/>
              <a:p>
                <a:pPr defTabSz="889000">
                  <a:lnSpc>
                    <a:spcPct val="90000"/>
                  </a:lnSpc>
                  <a:spcAft>
                    <a:spcPct val="10000"/>
                  </a:spcAft>
                  <a:defRPr/>
                </a:pPr>
                <a:r>
                  <a:rPr lang="uk-UA" sz="2000" dirty="0" smtClean="0">
                    <a:solidFill>
                      <a:schemeClr val="tx1"/>
                    </a:solidFill>
                  </a:rPr>
                  <a:t>рольові </a:t>
                </a:r>
                <a:r>
                  <a:rPr lang="uk-UA" sz="2000" dirty="0">
                    <a:solidFill>
                      <a:schemeClr val="tx1"/>
                    </a:solidFill>
                  </a:rPr>
                  <a:t>ігри</a:t>
                </a:r>
              </a:p>
            </p:txBody>
          </p:sp>
          <p:grpSp>
            <p:nvGrpSpPr>
              <p:cNvPr id="12" name="Группа 39"/>
              <p:cNvGrpSpPr>
                <a:grpSpLocks/>
              </p:cNvGrpSpPr>
              <p:nvPr/>
            </p:nvGrpSpPr>
            <p:grpSpPr bwMode="auto">
              <a:xfrm>
                <a:off x="536" y="285315"/>
                <a:ext cx="8567107" cy="6421319"/>
                <a:chOff x="536" y="285315"/>
                <a:chExt cx="8567107" cy="6421319"/>
              </a:xfrm>
            </p:grpSpPr>
            <p:grpSp>
              <p:nvGrpSpPr>
                <p:cNvPr id="13" name="Группа 8"/>
                <p:cNvGrpSpPr>
                  <a:grpSpLocks/>
                </p:cNvGrpSpPr>
                <p:nvPr/>
              </p:nvGrpSpPr>
              <p:grpSpPr bwMode="auto">
                <a:xfrm>
                  <a:off x="536" y="285315"/>
                  <a:ext cx="8567107" cy="6391008"/>
                  <a:chOff x="-1684816" y="529818"/>
                  <a:chExt cx="7866746" cy="6391008"/>
                </a:xfrm>
              </p:grpSpPr>
              <p:sp>
                <p:nvSpPr>
                  <p:cNvPr id="22" name="Полилиния 9"/>
                  <p:cNvSpPr/>
                  <p:nvPr/>
                </p:nvSpPr>
                <p:spPr>
                  <a:xfrm>
                    <a:off x="-1456177" y="2381385"/>
                    <a:ext cx="3353378" cy="3233773"/>
                  </a:xfrm>
                  <a:custGeom>
                    <a:avLst/>
                    <a:gdLst>
                      <a:gd name="connsiteX0" fmla="*/ 0 w 2824877"/>
                      <a:gd name="connsiteY0" fmla="*/ 1412313 h 2824625"/>
                      <a:gd name="connsiteX1" fmla="*/ 1412439 w 2824877"/>
                      <a:gd name="connsiteY1" fmla="*/ 0 h 2824625"/>
                      <a:gd name="connsiteX2" fmla="*/ 2824878 w 2824877"/>
                      <a:gd name="connsiteY2" fmla="*/ 1412313 h 2824625"/>
                      <a:gd name="connsiteX3" fmla="*/ 1412439 w 2824877"/>
                      <a:gd name="connsiteY3" fmla="*/ 2824626 h 2824625"/>
                      <a:gd name="connsiteX4" fmla="*/ 0 w 2824877"/>
                      <a:gd name="connsiteY4" fmla="*/ 1412313 h 282462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824877" h="2824625">
                        <a:moveTo>
                          <a:pt x="0" y="1412313"/>
                        </a:moveTo>
                        <a:cubicBezTo>
                          <a:pt x="0" y="632314"/>
                          <a:pt x="632370" y="0"/>
                          <a:pt x="1412439" y="0"/>
                        </a:cubicBezTo>
                        <a:cubicBezTo>
                          <a:pt x="2192508" y="0"/>
                          <a:pt x="2824878" y="632314"/>
                          <a:pt x="2824878" y="1412313"/>
                        </a:cubicBezTo>
                        <a:cubicBezTo>
                          <a:pt x="2824878" y="2192312"/>
                          <a:pt x="2192508" y="2824626"/>
                          <a:pt x="1412439" y="2824626"/>
                        </a:cubicBezTo>
                        <a:cubicBezTo>
                          <a:pt x="632370" y="2824626"/>
                          <a:pt x="0" y="2192312"/>
                          <a:pt x="0" y="1412313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3399FF"/>
                      </a:gs>
                      <a:gs pos="16000">
                        <a:srgbClr val="00CCCC"/>
                      </a:gs>
                      <a:gs pos="47000">
                        <a:srgbClr val="9999FF"/>
                      </a:gs>
                      <a:gs pos="60001">
                        <a:srgbClr val="2E6792"/>
                      </a:gs>
                      <a:gs pos="71001">
                        <a:srgbClr val="3333CC"/>
                      </a:gs>
                      <a:gs pos="81000">
                        <a:srgbClr val="1170FF"/>
                      </a:gs>
                      <a:gs pos="100000">
                        <a:srgbClr val="006699"/>
                      </a:gs>
                    </a:gsLst>
                    <a:path path="circle">
                      <a:fillToRect t="100000" r="100000"/>
                    </a:path>
                    <a:tileRect l="-100000" b="-100000"/>
                  </a:gradFill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  <p:txBody>
                  <a:bodyPr lIns="441634" tIns="441597" rIns="441634" bIns="441597" spcCol="1270" anchor="ctr"/>
                  <a:lstStyle/>
                  <a:p>
                    <a:pPr algn="ctr" defTabSz="977900">
                      <a:lnSpc>
                        <a:spcPct val="90000"/>
                      </a:lnSpc>
                      <a:spcAft>
                        <a:spcPct val="35000"/>
                      </a:spcAft>
                      <a:defRPr/>
                    </a:pPr>
                    <a:r>
                      <a:rPr lang="uk-UA" sz="2200" dirty="0">
                        <a:solidFill>
                          <a:schemeClr val="tx1"/>
                        </a:solidFill>
                      </a:rPr>
                      <a:t>На уроках </a:t>
                    </a:r>
                    <a:r>
                      <a:rPr lang="uk-UA" sz="2200" dirty="0" smtClean="0">
                        <a:solidFill>
                          <a:schemeClr val="tx1"/>
                        </a:solidFill>
                      </a:rPr>
                      <a:t>використовуємо:</a:t>
                    </a:r>
                    <a:endParaRPr lang="uk-UA" sz="22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" name="Арка 10"/>
                  <p:cNvSpPr/>
                  <p:nvPr/>
                </p:nvSpPr>
                <p:spPr>
                  <a:xfrm>
                    <a:off x="-1684816" y="648810"/>
                    <a:ext cx="4458843" cy="6272016"/>
                  </a:xfrm>
                  <a:prstGeom prst="blockArc">
                    <a:avLst>
                      <a:gd name="adj1" fmla="val 16126122"/>
                      <a:gd name="adj2" fmla="val 5088054"/>
                      <a:gd name="adj3" fmla="val 5240"/>
                    </a:avLst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24" name="Овал 23"/>
                  <p:cNvSpPr/>
                  <p:nvPr/>
                </p:nvSpPr>
                <p:spPr>
                  <a:xfrm>
                    <a:off x="525313" y="529818"/>
                    <a:ext cx="756812" cy="751813"/>
                  </a:xfrm>
                  <a:prstGeom prst="ellipse">
                    <a:avLst/>
                  </a:prstGeom>
                  <a:blipFill>
                    <a:blip r:embed="rId3" cstate="print">
                      <a:extLst/>
                    </a:blip>
                    <a:srcRect/>
                    <a:stretch>
                      <a:fillRect t="-15000" b="-15000"/>
                    </a:stretch>
                  </a:blipFill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rgbClr r="0" g="0" b="0"/>
                  </a:fillRef>
                  <a:effectRef idx="0">
                    <a:schemeClr val="accent1">
                      <a:tint val="5000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</p:sp>
              <p:sp>
                <p:nvSpPr>
                  <p:cNvPr id="25" name="Полилиния 24"/>
                  <p:cNvSpPr/>
                  <p:nvPr/>
                </p:nvSpPr>
                <p:spPr>
                  <a:xfrm>
                    <a:off x="2094779" y="1074396"/>
                    <a:ext cx="4087151" cy="414324"/>
                  </a:xfrm>
                  <a:custGeom>
                    <a:avLst/>
                    <a:gdLst>
                      <a:gd name="connsiteX0" fmla="*/ 0 w 2026182"/>
                      <a:gd name="connsiteY0" fmla="*/ 0 h 1464907"/>
                      <a:gd name="connsiteX1" fmla="*/ 2026182 w 2026182"/>
                      <a:gd name="connsiteY1" fmla="*/ 0 h 1464907"/>
                      <a:gd name="connsiteX2" fmla="*/ 2026182 w 2026182"/>
                      <a:gd name="connsiteY2" fmla="*/ 1464907 h 1464907"/>
                      <a:gd name="connsiteX3" fmla="*/ 0 w 2026182"/>
                      <a:gd name="connsiteY3" fmla="*/ 1464907 h 1464907"/>
                      <a:gd name="connsiteX4" fmla="*/ 0 w 2026182"/>
                      <a:gd name="connsiteY4" fmla="*/ 0 h 14649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26182" h="1464907">
                        <a:moveTo>
                          <a:pt x="0" y="0"/>
                        </a:moveTo>
                        <a:lnTo>
                          <a:pt x="2026182" y="0"/>
                        </a:lnTo>
                        <a:lnTo>
                          <a:pt x="2026182" y="1464907"/>
                        </a:lnTo>
                        <a:lnTo>
                          <a:pt x="0" y="146490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lIns="25400" tIns="25400" rIns="25400" bIns="25400" spcCol="1270" anchor="ctr"/>
                  <a:lstStyle/>
                  <a:p>
                    <a:pPr defTabSz="889000">
                      <a:lnSpc>
                        <a:spcPct val="90000"/>
                      </a:lnSpc>
                      <a:spcAft>
                        <a:spcPct val="10000"/>
                      </a:spcAft>
                      <a:defRPr/>
                    </a:pPr>
                    <a:r>
                      <a:rPr lang="uk-UA" sz="2000" dirty="0" err="1">
                        <a:solidFill>
                          <a:srgbClr val="FFC000"/>
                        </a:solidFill>
                      </a:rPr>
                      <a:t>пізнавально</a:t>
                    </a:r>
                    <a:r>
                      <a:rPr lang="uk-UA" sz="2000" dirty="0">
                        <a:solidFill>
                          <a:srgbClr val="FFC000"/>
                        </a:solidFill>
                      </a:rPr>
                      <a:t> – художні дидактичні ігри </a:t>
                    </a:r>
                  </a:p>
                </p:txBody>
              </p:sp>
              <p:sp>
                <p:nvSpPr>
                  <p:cNvPr id="26" name="Полилиния 25"/>
                  <p:cNvSpPr/>
                  <p:nvPr/>
                </p:nvSpPr>
                <p:spPr>
                  <a:xfrm>
                    <a:off x="2501453" y="1696676"/>
                    <a:ext cx="3680477" cy="727052"/>
                  </a:xfrm>
                  <a:custGeom>
                    <a:avLst/>
                    <a:gdLst>
                      <a:gd name="connsiteX0" fmla="*/ 0 w 2026182"/>
                      <a:gd name="connsiteY0" fmla="*/ 0 h 1464907"/>
                      <a:gd name="connsiteX1" fmla="*/ 2026182 w 2026182"/>
                      <a:gd name="connsiteY1" fmla="*/ 0 h 1464907"/>
                      <a:gd name="connsiteX2" fmla="*/ 2026182 w 2026182"/>
                      <a:gd name="connsiteY2" fmla="*/ 1464907 h 1464907"/>
                      <a:gd name="connsiteX3" fmla="*/ 0 w 2026182"/>
                      <a:gd name="connsiteY3" fmla="*/ 1464907 h 1464907"/>
                      <a:gd name="connsiteX4" fmla="*/ 0 w 2026182"/>
                      <a:gd name="connsiteY4" fmla="*/ 0 h 14649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26182" h="1464907">
                        <a:moveTo>
                          <a:pt x="0" y="0"/>
                        </a:moveTo>
                        <a:lnTo>
                          <a:pt x="2026182" y="0"/>
                        </a:lnTo>
                        <a:lnTo>
                          <a:pt x="2026182" y="1464907"/>
                        </a:lnTo>
                        <a:lnTo>
                          <a:pt x="0" y="146490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lIns="25400" tIns="25400" rIns="25400" bIns="25400" spcCol="1270" anchor="ctr"/>
                  <a:lstStyle/>
                  <a:p>
                    <a:pPr defTabSz="889000">
                      <a:lnSpc>
                        <a:spcPct val="90000"/>
                      </a:lnSpc>
                      <a:spcAft>
                        <a:spcPct val="10000"/>
                      </a:spcAft>
                      <a:defRPr/>
                    </a:pPr>
                    <a:r>
                      <a:rPr lang="uk-UA" sz="2000" dirty="0">
                        <a:solidFill>
                          <a:schemeClr val="bg2">
                            <a:lumMod val="50000"/>
                          </a:schemeClr>
                        </a:solidFill>
                      </a:rPr>
                      <a:t>рухливі дидактичні ігри з інтелектуальним навантаженням  </a:t>
                    </a:r>
                  </a:p>
                </p:txBody>
              </p:sp>
              <p:sp>
                <p:nvSpPr>
                  <p:cNvPr id="27" name="Полилиния 26"/>
                  <p:cNvSpPr/>
                  <p:nvPr/>
                </p:nvSpPr>
                <p:spPr>
                  <a:xfrm>
                    <a:off x="2887972" y="2381384"/>
                    <a:ext cx="2026084" cy="731814"/>
                  </a:xfrm>
                  <a:custGeom>
                    <a:avLst/>
                    <a:gdLst>
                      <a:gd name="connsiteX0" fmla="*/ 0 w 2026182"/>
                      <a:gd name="connsiteY0" fmla="*/ 0 h 1464907"/>
                      <a:gd name="connsiteX1" fmla="*/ 2026182 w 2026182"/>
                      <a:gd name="connsiteY1" fmla="*/ 0 h 1464907"/>
                      <a:gd name="connsiteX2" fmla="*/ 2026182 w 2026182"/>
                      <a:gd name="connsiteY2" fmla="*/ 1464907 h 1464907"/>
                      <a:gd name="connsiteX3" fmla="*/ 0 w 2026182"/>
                      <a:gd name="connsiteY3" fmla="*/ 1464907 h 1464907"/>
                      <a:gd name="connsiteX4" fmla="*/ 0 w 2026182"/>
                      <a:gd name="connsiteY4" fmla="*/ 0 h 14649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26182" h="1464907">
                        <a:moveTo>
                          <a:pt x="0" y="0"/>
                        </a:moveTo>
                        <a:lnTo>
                          <a:pt x="2026182" y="0"/>
                        </a:lnTo>
                        <a:lnTo>
                          <a:pt x="2026182" y="1464907"/>
                        </a:lnTo>
                        <a:lnTo>
                          <a:pt x="0" y="1464907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  <p:style>
                  <a:lnRef idx="0">
                    <a:schemeClr val="dk1">
                      <a:alpha val="0"/>
                      <a:hueOff val="0"/>
                      <a:satOff val="0"/>
                      <a:lumOff val="0"/>
                      <a:alphaOff val="0"/>
                    </a:schemeClr>
                  </a:lnRef>
                  <a:fill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lt1">
                      <a:alpha val="0"/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tx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lIns="25400" tIns="25400" rIns="25400" bIns="25400" spcCol="1270" anchor="ctr"/>
                  <a:lstStyle/>
                  <a:p>
                    <a:pPr defTabSz="889000">
                      <a:lnSpc>
                        <a:spcPct val="90000"/>
                      </a:lnSpc>
                      <a:spcAft>
                        <a:spcPct val="10000"/>
                      </a:spcAft>
                      <a:defRPr/>
                    </a:pPr>
                    <a:r>
                      <a:rPr lang="uk-UA" sz="2000" dirty="0">
                        <a:solidFill>
                          <a:schemeClr val="accent1">
                            <a:lumMod val="75000"/>
                          </a:schemeClr>
                        </a:solidFill>
                      </a:rPr>
                      <a:t>ігри-драматизації</a:t>
                    </a:r>
                    <a:r>
                      <a:rPr lang="uk-UA" sz="2000" dirty="0"/>
                      <a:t> </a:t>
                    </a:r>
                  </a:p>
                </p:txBody>
              </p:sp>
            </p:grpSp>
            <p:sp>
              <p:nvSpPr>
                <p:cNvPr id="14" name="Овал 13"/>
                <p:cNvSpPr/>
                <p:nvPr/>
              </p:nvSpPr>
              <p:spPr>
                <a:xfrm>
                  <a:off x="3231619" y="750760"/>
                  <a:ext cx="756812" cy="751813"/>
                </a:xfrm>
                <a:prstGeom prst="ellipse">
                  <a:avLst/>
                </a:prstGeom>
                <a:blipFill>
                  <a:blip r:embed="rId4" cstate="print">
                    <a:extLst/>
                  </a:blip>
                  <a:srcRect/>
                  <a:stretch>
                    <a:fillRect t="-15000" b="-15000"/>
                  </a:stretch>
                </a:blip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5" name="Овал 14"/>
                <p:cNvSpPr/>
                <p:nvPr/>
              </p:nvSpPr>
              <p:spPr>
                <a:xfrm>
                  <a:off x="3790713" y="1451545"/>
                  <a:ext cx="756812" cy="751813"/>
                </a:xfrm>
                <a:prstGeom prst="ellipse">
                  <a:avLst/>
                </a:prstGeom>
                <a:blipFill>
                  <a:blip r:embed="rId4" cstate="print">
                    <a:extLst/>
                  </a:blip>
                  <a:srcRect/>
                  <a:stretch>
                    <a:fillRect t="-15000" b="-15000"/>
                  </a:stretch>
                </a:blip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6" name="Овал 15"/>
                <p:cNvSpPr/>
                <p:nvPr/>
              </p:nvSpPr>
              <p:spPr>
                <a:xfrm>
                  <a:off x="4187935" y="2250617"/>
                  <a:ext cx="756812" cy="751813"/>
                </a:xfrm>
                <a:prstGeom prst="ellipse">
                  <a:avLst/>
                </a:prstGeom>
                <a:blipFill>
                  <a:blip r:embed="rId4" cstate="print">
                    <a:extLst/>
                  </a:blip>
                  <a:srcRect/>
                  <a:stretch>
                    <a:fillRect t="-15000" b="-15000"/>
                  </a:stretch>
                </a:blip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7" name="Овал 16"/>
                <p:cNvSpPr/>
                <p:nvPr/>
              </p:nvSpPr>
              <p:spPr>
                <a:xfrm>
                  <a:off x="4239861" y="3140906"/>
                  <a:ext cx="756812" cy="751813"/>
                </a:xfrm>
                <a:prstGeom prst="ellipse">
                  <a:avLst/>
                </a:prstGeom>
                <a:blipFill>
                  <a:blip r:embed="rId4" cstate="print">
                    <a:extLst/>
                  </a:blip>
                  <a:srcRect/>
                  <a:stretch>
                    <a:fillRect t="-15000" b="-15000"/>
                  </a:stretch>
                </a:blip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8" name="Овал 17"/>
                <p:cNvSpPr/>
                <p:nvPr/>
              </p:nvSpPr>
              <p:spPr>
                <a:xfrm>
                  <a:off x="4181475" y="3985195"/>
                  <a:ext cx="756812" cy="751813"/>
                </a:xfrm>
                <a:prstGeom prst="ellipse">
                  <a:avLst/>
                </a:prstGeom>
                <a:blipFill>
                  <a:blip r:embed="rId4" cstate="print">
                    <a:extLst/>
                  </a:blip>
                  <a:srcRect/>
                  <a:stretch>
                    <a:fillRect t="-15000" b="-15000"/>
                  </a:stretch>
                </a:blip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19" name="Овал 18"/>
                <p:cNvSpPr/>
                <p:nvPr/>
              </p:nvSpPr>
              <p:spPr>
                <a:xfrm>
                  <a:off x="3990185" y="4765071"/>
                  <a:ext cx="756812" cy="751813"/>
                </a:xfrm>
                <a:prstGeom prst="ellipse">
                  <a:avLst/>
                </a:prstGeom>
                <a:blipFill>
                  <a:blip r:embed="rId4" cstate="print">
                    <a:extLst/>
                  </a:blip>
                  <a:srcRect/>
                  <a:stretch>
                    <a:fillRect t="-15000" b="-15000"/>
                  </a:stretch>
                </a:blip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" name="Овал 19"/>
                <p:cNvSpPr/>
                <p:nvPr/>
              </p:nvSpPr>
              <p:spPr>
                <a:xfrm>
                  <a:off x="3551000" y="5472002"/>
                  <a:ext cx="756812" cy="751813"/>
                </a:xfrm>
                <a:prstGeom prst="ellipse">
                  <a:avLst/>
                </a:prstGeom>
                <a:blipFill>
                  <a:blip r:embed="rId4" cstate="print">
                    <a:extLst/>
                  </a:blip>
                  <a:srcRect/>
                  <a:stretch>
                    <a:fillRect t="-15000" b="-15000"/>
                  </a:stretch>
                </a:blip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1" name="Овал 20"/>
                <p:cNvSpPr/>
                <p:nvPr/>
              </p:nvSpPr>
              <p:spPr>
                <a:xfrm>
                  <a:off x="2756337" y="5954821"/>
                  <a:ext cx="756812" cy="751813"/>
                </a:xfrm>
                <a:prstGeom prst="ellipse">
                  <a:avLst/>
                </a:prstGeom>
                <a:blipFill>
                  <a:blip r:embed="rId4" cstate="print">
                    <a:extLst/>
                  </a:blip>
                  <a:srcRect/>
                  <a:stretch>
                    <a:fillRect t="-15000" b="-15000"/>
                  </a:stretch>
                </a:blip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10" name="Picture 2" descr="C:\Users\Оля\Desktop\фон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19681" cy="685800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539552" y="332657"/>
            <a:ext cx="75608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uk-UA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  <a:t>У північних народів є простий і мудрий афоризм : </a:t>
            </a:r>
          </a:p>
          <a:p>
            <a:pPr algn="ctr">
              <a:defRPr/>
            </a:pPr>
            <a:r>
              <a:rPr lang="uk-UA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  <a:t>“ Якщо подарувати людині одну рибину, вона буде ситою один день. Якщо подарувати дві, буде ситою два дні. Якщо навчити ловити рибу – буде ситою все життя ”.         </a:t>
            </a:r>
          </a:p>
          <a:p>
            <a:pPr algn="ctr">
              <a:defRPr/>
            </a:pPr>
            <a:r>
              <a:rPr lang="uk-UA" sz="2800" b="1" i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itchFamily="66" charset="0"/>
                <a:ea typeface="+mj-ea"/>
                <a:cs typeface="+mj-cs"/>
              </a:rPr>
              <a:t>Так і в навчанні : скільки б у школяра не було предметних знань і вмінь, старанності, сумлінності – їх усе одно буде замало для подальшого успішного навчання і розвитку.</a:t>
            </a:r>
            <a:endParaRPr lang="ru-RU" sz="2800" b="1" i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otype Corsiva" pitchFamily="66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294</TotalTime>
  <Words>767</Words>
  <Application>Microsoft Office PowerPoint</Application>
  <PresentationFormat>Экран (4:3)</PresentationFormat>
  <Paragraphs>97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Литейная</vt:lpstr>
      <vt:lpstr>Особистісно-орієнтовані        підходи у навчанні дітей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оля блюй</dc:creator>
  <cp:lastModifiedBy>User</cp:lastModifiedBy>
  <cp:revision>45</cp:revision>
  <dcterms:created xsi:type="dcterms:W3CDTF">2019-11-17T04:31:28Z</dcterms:created>
  <dcterms:modified xsi:type="dcterms:W3CDTF">2025-09-25T10:20:37Z</dcterms:modified>
</cp:coreProperties>
</file>