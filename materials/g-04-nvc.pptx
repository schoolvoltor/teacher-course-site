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9"/>
  </p:notesMasterIdLst>
  <p:sldIdLst>
    <p:sldId id="256" r:id="rId2"/>
    <p:sldId id="260" r:id="rId3"/>
    <p:sldId id="258" r:id="rId4"/>
    <p:sldId id="259" r:id="rId5"/>
    <p:sldId id="257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1416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55" d="100"/>
          <a:sy n="55" d="100"/>
        </p:scale>
        <p:origin x="-2856" y="-10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77DCA6-708C-459D-B029-2B2E59C07206}" type="datetimeFigureOut">
              <a:rPr lang="ru-RU" smtClean="0"/>
              <a:t>30.09.2026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30EDC8-21E2-466F-A1BE-CA398C720A07}" type="slidenum">
              <a:rPr lang="ru-RU" smtClean="0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30EDC8-21E2-466F-A1BE-CA398C720A07}" type="slidenum">
              <a:rPr lang="ru-RU" smtClean="0"/>
              <a:t>3</a:t>
            </a:fld>
            <a:endParaRPr lang="ru-RU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42416" y="2514601"/>
            <a:ext cx="6600451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42416" y="4777380"/>
            <a:ext cx="6600451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pPr/>
              <a:t>30.09.2026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Freeform 8"/>
          <p:cNvSpPr/>
          <p:nvPr/>
        </p:nvSpPr>
        <p:spPr bwMode="auto">
          <a:xfrm>
            <a:off x="-31719" y="4321158"/>
            <a:ext cx="1395473" cy="781781"/>
          </a:xfrm>
          <a:custGeom>
            <a:avLst/>
            <a:gdLst/>
            <a:ahLst/>
            <a:cxnLst/>
            <a:rect l="l" t="t" r="r" b="b"/>
            <a:pathLst>
              <a:path w="8042" h="10000">
                <a:moveTo>
                  <a:pt x="5799" y="10000"/>
                </a:moveTo>
                <a:cubicBezTo>
                  <a:pt x="5880" y="10000"/>
                  <a:pt x="5934" y="9940"/>
                  <a:pt x="5961" y="9880"/>
                </a:cubicBezTo>
                <a:cubicBezTo>
                  <a:pt x="5961" y="9820"/>
                  <a:pt x="5988" y="9820"/>
                  <a:pt x="5988" y="9820"/>
                </a:cubicBezTo>
                <a:lnTo>
                  <a:pt x="8042" y="5260"/>
                </a:lnTo>
                <a:cubicBezTo>
                  <a:pt x="8096" y="5140"/>
                  <a:pt x="8096" y="4901"/>
                  <a:pt x="8042" y="4721"/>
                </a:cubicBezTo>
                <a:lnTo>
                  <a:pt x="5988" y="221"/>
                </a:lnTo>
                <a:cubicBezTo>
                  <a:pt x="5988" y="160"/>
                  <a:pt x="5961" y="160"/>
                  <a:pt x="5961" y="160"/>
                </a:cubicBezTo>
                <a:cubicBezTo>
                  <a:pt x="5934" y="101"/>
                  <a:pt x="5880" y="41"/>
                  <a:pt x="5799" y="41"/>
                </a:cubicBezTo>
                <a:lnTo>
                  <a:pt x="18" y="0"/>
                </a:lnTo>
                <a:cubicBezTo>
                  <a:pt x="12" y="3330"/>
                  <a:pt x="6" y="6661"/>
                  <a:pt x="0" y="9991"/>
                </a:cubicBezTo>
                <a:lnTo>
                  <a:pt x="5799" y="10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23334" y="4529541"/>
            <a:ext cx="584978" cy="365125"/>
          </a:xfrm>
        </p:spPr>
        <p:txBody>
          <a:bodyPr/>
          <a:lstStyle/>
          <a:p>
            <a:fld id="{B19B0651-EE4F-4900-A07F-96A6BFA9D0F0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775066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1" y="624110"/>
            <a:ext cx="6589199" cy="1280890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2415" y="2133600"/>
            <a:ext cx="6591985" cy="3777622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9A02F-357D-AF42-B110-A7740AFDCA1B}" type="datetimeFigureOut">
              <a:rPr lang="en-US" dirty="0"/>
              <a:t>9/30/2026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8" name="Прямоугольник 7"/>
          <p:cNvSpPr/>
          <p:nvPr userDrawn="1"/>
        </p:nvSpPr>
        <p:spPr>
          <a:xfrm>
            <a:off x="342000" y="369000"/>
            <a:ext cx="8460000" cy="6120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9" name="Picture 4" descr="http://cdn.xl.thumbs.canstockphoto.com/canstock8696699.jpg"/>
          <p:cNvPicPr>
            <a:picLocks noChangeAspect="1" noChangeArrowheads="1"/>
          </p:cNvPicPr>
          <p:nvPr userDrawn="1"/>
        </p:nvPicPr>
        <p:blipFill rotWithShape="1">
          <a:blip r:embed="rId2" cstate="email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7087500" y="369000"/>
            <a:ext cx="1714500" cy="15778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103650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074562"/>
            <a:ext cx="6591985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3581400"/>
            <a:ext cx="659198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BB9B27-4D02-2940-AED5-BC8F2B3B1507}" type="datetimeFigureOut">
              <a:rPr lang="en-US" dirty="0"/>
              <a:t>9/30/2026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8" name="Прямоугольник 7"/>
          <p:cNvSpPr/>
          <p:nvPr userDrawn="1"/>
        </p:nvSpPr>
        <p:spPr>
          <a:xfrm>
            <a:off x="342000" y="369000"/>
            <a:ext cx="8460000" cy="6120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9" name="Picture 4" descr="http://cdn.xl.thumbs.canstockphoto.com/canstock8696699.jpg"/>
          <p:cNvPicPr>
            <a:picLocks noChangeAspect="1" noChangeArrowheads="1"/>
          </p:cNvPicPr>
          <p:nvPr userDrawn="1"/>
        </p:nvPicPr>
        <p:blipFill rotWithShape="1">
          <a:blip r:embed="rId2" cstate="email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7087500" y="369000"/>
            <a:ext cx="1714500" cy="15778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4" descr="http://schkola-nomer3.narod.ru/0f25f3d840719557f8ecb94276159612.png"/>
          <p:cNvPicPr>
            <a:picLocks noChangeAspect="1" noChangeArrowheads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42000" y="4976832"/>
            <a:ext cx="1687688" cy="15121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219747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42416" y="2136706"/>
            <a:ext cx="3197531" cy="3767397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37307" y="2136706"/>
            <a:ext cx="3197093" cy="3767397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F7878-2C98-7449-BB8F-764A5EA8E558}" type="datetimeFigureOut">
              <a:rPr lang="en-US" dirty="0"/>
              <a:t>9/30/2026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1" name="Прямоугольник 10"/>
          <p:cNvSpPr/>
          <p:nvPr userDrawn="1"/>
        </p:nvSpPr>
        <p:spPr>
          <a:xfrm>
            <a:off x="342000" y="369000"/>
            <a:ext cx="8460000" cy="6120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2" name="Picture 2" descr="https://cdn.vectorstock.com/i/thumbs/39,21/curled-corners-vector-133921.jp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441687" y="5038587"/>
            <a:ext cx="1376663" cy="14504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692623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5352" y="2226626"/>
            <a:ext cx="287459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42415" y="2802888"/>
            <a:ext cx="3197532" cy="3105703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6154" y="2223398"/>
            <a:ext cx="28732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33715" y="2799660"/>
            <a:ext cx="3195680" cy="3105703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D2F403-9584-1749-B6AB-5E1C5F94527C}" type="datetimeFigureOut">
              <a:rPr lang="en-US" dirty="0"/>
              <a:t>9/30/2026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3" name="Прямоугольник 12"/>
          <p:cNvSpPr/>
          <p:nvPr userDrawn="1"/>
        </p:nvSpPr>
        <p:spPr>
          <a:xfrm>
            <a:off x="342000" y="369000"/>
            <a:ext cx="8460000" cy="6120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14" name="Picture 2" descr="https://cdn.vectorstock.com/i/thumbs/39,21/curled-corners-vector-133921.jp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441687" y="5038587"/>
            <a:ext cx="1376663" cy="14504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2" descr="http://images.clipartpanda.com/environment-clipart-eco-earth.png"/>
          <p:cNvPicPr>
            <a:picLocks noChangeAspect="1" noChangeArrowheads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35614" y="357032"/>
            <a:ext cx="1816106" cy="18161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072135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pPr/>
              <a:t>30.09.2026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8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714764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pPr/>
              <a:t>30.09.2026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000499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46088"/>
            <a:ext cx="2629584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3494" y="446089"/>
            <a:ext cx="3790906" cy="5414963"/>
          </a:xfrm>
        </p:spPr>
        <p:txBody>
          <a:bodyPr anchor="ctr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1598613"/>
            <a:ext cx="2629584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pPr/>
              <a:t>30.09.2026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804619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800600"/>
            <a:ext cx="6591985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2415" y="634965"/>
            <a:ext cx="6591985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367338"/>
            <a:ext cx="6591985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pPr/>
              <a:t>30.09.2026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B19B0651-EE4F-4900-A07F-96A6BFA9D0F0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856512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609600"/>
            <a:ext cx="6591985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4F351F-53B1-3B4C-8CD4-15B0457E8E3F}" type="datetimeFigureOut">
              <a:rPr lang="en-US" dirty="0"/>
              <a:t>9/30/2026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69926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15972" y="3505200"/>
            <a:ext cx="5653888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B1E8F6-4F69-E448-82E4-3FF8C30628E4}" type="datetimeFigureOut">
              <a:rPr lang="en-US" dirty="0"/>
              <a:t>9/30/2026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51313808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438401"/>
            <a:ext cx="6591985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90BAD4-EC93-8B4C-97AE-9AB5F3271B19}" type="datetimeFigureOut">
              <a:rPr lang="en-US" dirty="0"/>
              <a:t>9/30/2026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183988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688292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688292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C9050E-E079-6441-81E7-806D30677343}" type="datetimeFigureOut">
              <a:rPr lang="en-US" dirty="0"/>
              <a:t>9/30/2026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0197446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6" y="627407"/>
            <a:ext cx="6591984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591985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B230AF-FFB7-DE42-B481-AAC2589869DA}" type="datetimeFigureOut">
              <a:rPr lang="en-US" dirty="0"/>
              <a:t>9/30/2026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530869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pPr/>
              <a:t>30.09.2026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2628373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8535" y="627406"/>
            <a:ext cx="1656132" cy="5283817"/>
          </a:xfrm>
        </p:spPr>
        <p:txBody>
          <a:bodyPr vert="eaVert" anchor="ctr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42416" y="627406"/>
            <a:ext cx="4716348" cy="5283817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71EC6-210F-42DE-9C53-41977AD35B3D}" type="datetimeFigureOut">
              <a:rPr lang="ru-RU" smtClean="0"/>
              <a:pPr/>
              <a:t>30.09.2026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9B0651-EE4F-4900-A07F-96A6BFA9D0F0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257807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/>
          <p:cNvGrpSpPr/>
          <p:nvPr/>
        </p:nvGrpSpPr>
        <p:grpSpPr>
          <a:xfrm>
            <a:off x="1" y="228600"/>
            <a:ext cx="1981200" cy="6638628"/>
            <a:chOff x="2487613" y="285750"/>
            <a:chExt cx="2428875" cy="5654676"/>
          </a:xfrm>
        </p:grpSpPr>
        <p:sp>
          <p:nvSpPr>
            <p:cNvPr id="37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8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9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0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1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2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3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4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5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6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7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8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49" name="Group 48"/>
          <p:cNvGrpSpPr/>
          <p:nvPr/>
        </p:nvGrpSpPr>
        <p:grpSpPr>
          <a:xfrm>
            <a:off x="20421" y="285"/>
            <a:ext cx="1952272" cy="6852968"/>
            <a:chOff x="6627813" y="195717"/>
            <a:chExt cx="1952625" cy="5678034"/>
          </a:xfrm>
        </p:grpSpPr>
        <p:sp>
          <p:nvSpPr>
            <p:cNvPr id="50" name="Freeform 27"/>
            <p:cNvSpPr/>
            <p:nvPr/>
          </p:nvSpPr>
          <p:spPr bwMode="auto">
            <a:xfrm>
              <a:off x="6627813" y="195717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1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2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3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4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5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6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7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8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9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0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1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62" name="Rectangle 6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2133600"/>
            <a:ext cx="6591985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772400" y="6135089"/>
            <a:ext cx="766380" cy="370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9FFFB4-400D-1240-AB24-6F86C96D4DFB}" type="datetimeFigureOut">
              <a:rPr lang="en-US" dirty="0"/>
              <a:t>9/30/2026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42415" y="6135809"/>
            <a:ext cx="57164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11228" y="787783"/>
            <a:ext cx="58497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34" name="Прямоугольник 33"/>
          <p:cNvSpPr/>
          <p:nvPr userDrawn="1"/>
        </p:nvSpPr>
        <p:spPr>
          <a:xfrm>
            <a:off x="0" y="1844824"/>
            <a:ext cx="9144000" cy="501317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5" name="Прямоугольник 34"/>
          <p:cNvSpPr/>
          <p:nvPr userDrawn="1"/>
        </p:nvSpPr>
        <p:spPr>
          <a:xfrm>
            <a:off x="162000" y="189000"/>
            <a:ext cx="8820000" cy="6480000"/>
          </a:xfrm>
          <a:prstGeom prst="rect">
            <a:avLst/>
          </a:prstGeom>
          <a:noFill/>
          <a:ln w="76200">
            <a:solidFill>
              <a:srgbClr val="00B050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3" name="Прямоугольник 62"/>
          <p:cNvSpPr/>
          <p:nvPr userDrawn="1"/>
        </p:nvSpPr>
        <p:spPr>
          <a:xfrm>
            <a:off x="235614" y="264840"/>
            <a:ext cx="8672772" cy="6328320"/>
          </a:xfrm>
          <a:prstGeom prst="rect">
            <a:avLst/>
          </a:prstGeom>
          <a:noFill/>
          <a:ln w="76200">
            <a:solidFill>
              <a:srgbClr val="FFFF00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4" name="Прямоугольник 63"/>
          <p:cNvSpPr/>
          <p:nvPr userDrawn="1"/>
        </p:nvSpPr>
        <p:spPr>
          <a:xfrm>
            <a:off x="306000" y="333000"/>
            <a:ext cx="8532000" cy="6192000"/>
          </a:xfrm>
          <a:prstGeom prst="rect">
            <a:avLst/>
          </a:prstGeom>
          <a:noFill/>
          <a:ln w="76200">
            <a:solidFill>
              <a:srgbClr val="00B050"/>
            </a:solidFill>
          </a:ln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65" name="Picture 2" descr="http://images.clipartpanda.com/environment-clipart-eco-earth.png"/>
          <p:cNvPicPr>
            <a:picLocks noChangeAspect="1" noChangeArrowheads="1"/>
          </p:cNvPicPr>
          <p:nvPr userDrawn="1"/>
        </p:nvPicPr>
        <p:blipFill>
          <a:blip r:embed="rId18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35614" y="357032"/>
            <a:ext cx="1816106" cy="18161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6" name="Прямоугольник 65"/>
          <p:cNvSpPr/>
          <p:nvPr userDrawn="1"/>
        </p:nvSpPr>
        <p:spPr>
          <a:xfrm>
            <a:off x="0" y="6669000"/>
            <a:ext cx="712054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000" b="1" kern="1200" dirty="0" smtClean="0">
                <a:solidFill>
                  <a:srgbClr val="00B050"/>
                </a:solidFill>
                <a:effectLst/>
                <a:latin typeface="Alexandra Zeferino Three" pitchFamily="66" charset="0"/>
                <a:ea typeface="+mn-ea"/>
                <a:cs typeface="+mn-cs"/>
              </a:rPr>
              <a:t>© </a:t>
            </a:r>
            <a:r>
              <a:rPr lang="en-US" sz="1000" b="1" kern="1200" dirty="0" err="1" smtClean="0">
                <a:solidFill>
                  <a:srgbClr val="00B050"/>
                </a:solidFill>
                <a:effectLst/>
                <a:latin typeface="Alexandra Zeferino Three" pitchFamily="66" charset="0"/>
                <a:ea typeface="+mn-ea"/>
                <a:cs typeface="+mn-cs"/>
              </a:rPr>
              <a:t>FokinaLidia</a:t>
            </a:r>
            <a:endParaRPr lang="ru-RU" sz="1000" b="1" kern="1200" dirty="0">
              <a:solidFill>
                <a:srgbClr val="00B050"/>
              </a:solidFill>
              <a:effectLst/>
              <a:latin typeface="Alexandra Zeferino Three" pitchFamily="66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675846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одзаголовок 2"/>
          <p:cNvSpPr txBox="1">
            <a:spLocks/>
          </p:cNvSpPr>
          <p:nvPr/>
        </p:nvSpPr>
        <p:spPr>
          <a:xfrm>
            <a:off x="951815" y="4826769"/>
            <a:ext cx="7200800" cy="98566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fontAlgn="base">
              <a:spcBef>
                <a:spcPct val="0"/>
              </a:spcBef>
              <a:spcAft>
                <a:spcPct val="0"/>
              </a:spcAft>
              <a:buNone/>
              <a:defRPr/>
            </a:pPr>
            <a:endParaRPr lang="ru-RU" sz="1600" i="1" dirty="0">
              <a:solidFill>
                <a:schemeClr val="accent3">
                  <a:lumMod val="50000"/>
                </a:schemeClr>
              </a:solidFill>
              <a:cs typeface="Arial" charset="0"/>
            </a:endParaRPr>
          </a:p>
        </p:txBody>
      </p:sp>
      <p:sp>
        <p:nvSpPr>
          <p:cNvPr id="5" name="Заголовок 5"/>
          <p:cNvSpPr txBox="1">
            <a:spLocks/>
          </p:cNvSpPr>
          <p:nvPr/>
        </p:nvSpPr>
        <p:spPr>
          <a:xfrm>
            <a:off x="958410" y="2293422"/>
            <a:ext cx="7200800" cy="1754326"/>
          </a:xfrm>
          <a:prstGeom prst="rect">
            <a:avLst/>
          </a:prstGeom>
          <a:noFill/>
        </p:spPr>
        <p:txBody>
          <a:bodyPr vert="horz" wrap="square" lIns="91440" tIns="45720" rIns="91440" bIns="45720" rtlCol="0" anchor="ctr">
            <a:sp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fontAlgn="base">
              <a:spcAft>
                <a:spcPct val="0"/>
              </a:spcAft>
              <a:defRPr/>
            </a:pPr>
            <a:r>
              <a:rPr lang="ru-RU" sz="5400" b="1" i="1" dirty="0" err="1" smtClean="0">
                <a:ln w="19050">
                  <a:solidFill>
                    <a:prstClr val="white"/>
                  </a:solidFill>
                  <a:prstDash val="solid"/>
                </a:ln>
                <a:solidFill>
                  <a:schemeClr val="accent3">
                    <a:lumMod val="50000"/>
                  </a:schemeClr>
                </a:solidFill>
                <a:effectLst>
                  <a:outerShdw blurRad="50000" dist="50800" dir="7500000" algn="tl">
                    <a:srgbClr val="000000">
                      <a:shade val="5000"/>
                      <a:alpha val="35000"/>
                    </a:srgbClr>
                  </a:outerShdw>
                </a:effectLst>
                <a:latin typeface="+mn-lt"/>
                <a:cs typeface="Arial" charset="0"/>
              </a:rPr>
              <a:t>Ненасильницьке</a:t>
            </a:r>
            <a:r>
              <a:rPr lang="ru-RU" sz="5400" b="1" i="1" dirty="0" smtClean="0">
                <a:ln w="19050">
                  <a:solidFill>
                    <a:prstClr val="white"/>
                  </a:solidFill>
                  <a:prstDash val="solid"/>
                </a:ln>
                <a:solidFill>
                  <a:schemeClr val="accent3">
                    <a:lumMod val="50000"/>
                  </a:schemeClr>
                </a:solidFill>
                <a:effectLst>
                  <a:outerShdw blurRad="50000" dist="50800" dir="7500000" algn="tl">
                    <a:srgbClr val="000000">
                      <a:shade val="5000"/>
                      <a:alpha val="35000"/>
                    </a:srgbClr>
                  </a:outerShdw>
                </a:effectLst>
                <a:latin typeface="+mn-lt"/>
                <a:cs typeface="Arial" charset="0"/>
              </a:rPr>
              <a:t> </a:t>
            </a:r>
            <a:r>
              <a:rPr lang="ru-RU" sz="5400" b="1" i="1" dirty="0" err="1" smtClean="0">
                <a:ln w="19050">
                  <a:solidFill>
                    <a:prstClr val="white"/>
                  </a:solidFill>
                  <a:prstDash val="solid"/>
                </a:ln>
                <a:solidFill>
                  <a:schemeClr val="accent3">
                    <a:lumMod val="50000"/>
                  </a:schemeClr>
                </a:solidFill>
                <a:effectLst>
                  <a:outerShdw blurRad="50000" dist="50800" dir="7500000" algn="tl">
                    <a:srgbClr val="000000">
                      <a:shade val="5000"/>
                      <a:alpha val="35000"/>
                    </a:srgbClr>
                  </a:outerShdw>
                </a:effectLst>
                <a:latin typeface="+mn-lt"/>
                <a:cs typeface="Arial" charset="0"/>
              </a:rPr>
              <a:t>сп</a:t>
            </a:r>
            <a:r>
              <a:rPr lang="uk-UA" sz="5400" b="1" i="1" dirty="0" err="1" smtClean="0">
                <a:ln w="19050">
                  <a:solidFill>
                    <a:prstClr val="white"/>
                  </a:solidFill>
                  <a:prstDash val="solid"/>
                </a:ln>
                <a:solidFill>
                  <a:schemeClr val="accent3">
                    <a:lumMod val="50000"/>
                  </a:schemeClr>
                </a:solidFill>
                <a:effectLst>
                  <a:outerShdw blurRad="50000" dist="50800" dir="7500000" algn="tl">
                    <a:srgbClr val="000000">
                      <a:shade val="5000"/>
                      <a:alpha val="35000"/>
                    </a:srgbClr>
                  </a:outerShdw>
                </a:effectLst>
                <a:latin typeface="+mn-lt"/>
                <a:cs typeface="Arial" charset="0"/>
              </a:rPr>
              <a:t>ілкування</a:t>
            </a:r>
            <a:endParaRPr lang="ru-RU" sz="5400" b="1" i="1" dirty="0">
              <a:ln w="19050">
                <a:solidFill>
                  <a:prstClr val="white"/>
                </a:solidFill>
                <a:prstDash val="solid"/>
              </a:ln>
              <a:solidFill>
                <a:schemeClr val="accent3">
                  <a:lumMod val="50000"/>
                </a:schemeClr>
              </a:solidFill>
              <a:effectLst>
                <a:outerShdw blurRad="50000" dist="50800" dir="7500000" algn="tl">
                  <a:srgbClr val="000000">
                    <a:shade val="5000"/>
                    <a:alpha val="35000"/>
                  </a:srgbClr>
                </a:outerShdw>
              </a:effectLst>
              <a:latin typeface="+mn-lt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72516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714348" y="571480"/>
            <a:ext cx="5214974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800" b="1" i="1" dirty="0" smtClean="0">
                <a:latin typeface="Book Antiqua" pitchFamily="18" charset="0"/>
              </a:rPr>
              <a:t>                    </a:t>
            </a:r>
            <a:r>
              <a:rPr lang="ru-RU" sz="2800" b="1" i="1" dirty="0" err="1" smtClean="0">
                <a:latin typeface="Book Antiqua" pitchFamily="18" charset="0"/>
              </a:rPr>
              <a:t>Ненасильницьке</a:t>
            </a:r>
            <a:r>
              <a:rPr lang="ru-RU" sz="2800" b="1" i="1" dirty="0" smtClean="0">
                <a:latin typeface="Book Antiqua" pitchFamily="18" charset="0"/>
              </a:rPr>
              <a:t>       </a:t>
            </a:r>
          </a:p>
          <a:p>
            <a:pPr algn="ctr"/>
            <a:r>
              <a:rPr lang="ru-RU" sz="2800" b="1" i="1" dirty="0" smtClean="0">
                <a:latin typeface="Book Antiqua" pitchFamily="18" charset="0"/>
              </a:rPr>
              <a:t>            </a:t>
            </a:r>
            <a:r>
              <a:rPr lang="ru-RU" sz="2800" b="1" i="1" dirty="0" err="1" smtClean="0">
                <a:latin typeface="Book Antiqua" pitchFamily="18" charset="0"/>
              </a:rPr>
              <a:t>спілкування</a:t>
            </a:r>
            <a:r>
              <a:rPr lang="ru-RU" sz="2800" dirty="0" smtClean="0"/>
              <a:t> — </a:t>
            </a:r>
            <a:r>
              <a:rPr lang="ru-RU" sz="2800" dirty="0" smtClean="0">
                <a:latin typeface="Book Antiqua" pitchFamily="18" charset="0"/>
              </a:rPr>
              <a:t>метод </a:t>
            </a:r>
            <a:r>
              <a:rPr lang="ru-RU" sz="2800" dirty="0" err="1" smtClean="0">
                <a:latin typeface="Book Antiqua" pitchFamily="18" charset="0"/>
              </a:rPr>
              <a:t>спілкування</a:t>
            </a:r>
            <a:r>
              <a:rPr lang="ru-RU" sz="2800" dirty="0" smtClean="0">
                <a:latin typeface="Book Antiqua" pitchFamily="18" charset="0"/>
              </a:rPr>
              <a:t>, </a:t>
            </a:r>
            <a:r>
              <a:rPr lang="ru-RU" sz="2800" dirty="0" err="1" smtClean="0">
                <a:latin typeface="Book Antiqua" pitchFamily="18" charset="0"/>
              </a:rPr>
              <a:t>який</a:t>
            </a:r>
            <a:r>
              <a:rPr lang="ru-RU" sz="2800" dirty="0" smtClean="0">
                <a:latin typeface="Book Antiqua" pitchFamily="18" charset="0"/>
              </a:rPr>
              <a:t> </a:t>
            </a:r>
            <a:r>
              <a:rPr lang="ru-RU" sz="2800" dirty="0" err="1" smtClean="0">
                <a:latin typeface="Book Antiqua" pitchFamily="18" charset="0"/>
              </a:rPr>
              <a:t>ґрунтується</a:t>
            </a:r>
            <a:r>
              <a:rPr lang="ru-RU" sz="2800" dirty="0" smtClean="0">
                <a:latin typeface="Book Antiqua" pitchFamily="18" charset="0"/>
              </a:rPr>
              <a:t> на </a:t>
            </a:r>
            <a:r>
              <a:rPr lang="ru-RU" sz="2800" dirty="0" err="1" smtClean="0">
                <a:latin typeface="Book Antiqua" pitchFamily="18" charset="0"/>
              </a:rPr>
              <a:t>емпатії</a:t>
            </a:r>
            <a:r>
              <a:rPr lang="ru-RU" sz="2800" dirty="0" smtClean="0">
                <a:latin typeface="Book Antiqua" pitchFamily="18" charset="0"/>
              </a:rPr>
              <a:t>.</a:t>
            </a:r>
          </a:p>
          <a:p>
            <a:pPr algn="ctr"/>
            <a:endParaRPr lang="uk-UA" sz="2800" dirty="0" smtClean="0">
              <a:latin typeface="Book Antiqua" pitchFamily="18" charset="0"/>
            </a:endParaRPr>
          </a:p>
          <a:p>
            <a:pPr algn="ctr"/>
            <a:r>
              <a:rPr lang="uk-UA" sz="2800" dirty="0" smtClean="0">
                <a:latin typeface="Book Antiqua" pitchFamily="18" charset="0"/>
              </a:rPr>
              <a:t>Автором цього методу є </a:t>
            </a:r>
            <a:r>
              <a:rPr lang="uk-UA" sz="2800" b="1" i="1" dirty="0" smtClean="0">
                <a:latin typeface="Book Antiqua" pitchFamily="18" charset="0"/>
              </a:rPr>
              <a:t>Маршал </a:t>
            </a:r>
            <a:r>
              <a:rPr lang="uk-UA" sz="2800" b="1" i="1" dirty="0" err="1" smtClean="0">
                <a:latin typeface="Book Antiqua" pitchFamily="18" charset="0"/>
              </a:rPr>
              <a:t>Розенберг</a:t>
            </a:r>
            <a:r>
              <a:rPr lang="uk-UA" sz="2800" b="1" i="1" dirty="0" smtClean="0">
                <a:latin typeface="Book Antiqua" pitchFamily="18" charset="0"/>
              </a:rPr>
              <a:t>. </a:t>
            </a:r>
          </a:p>
          <a:p>
            <a:pPr algn="ctr"/>
            <a:endParaRPr lang="uk-UA" sz="2800" b="1" i="1" dirty="0" smtClean="0">
              <a:latin typeface="Book Antiqua" pitchFamily="18" charset="0"/>
            </a:endParaRPr>
          </a:p>
          <a:p>
            <a:pPr algn="ctr"/>
            <a:r>
              <a:rPr lang="uk-UA" sz="2800" dirty="0" smtClean="0">
                <a:latin typeface="Book Antiqua" pitchFamily="18" charset="0"/>
              </a:rPr>
              <a:t>У своїй книзі </a:t>
            </a:r>
            <a:r>
              <a:rPr lang="uk-UA" sz="2800" b="1" i="1" dirty="0" err="1" smtClean="0">
                <a:latin typeface="Book Antiqua" pitchFamily="18" charset="0"/>
              </a:rPr>
              <a:t>“Мова</a:t>
            </a:r>
            <a:r>
              <a:rPr lang="uk-UA" sz="2800" b="1" i="1" dirty="0" smtClean="0">
                <a:latin typeface="Book Antiqua" pitchFamily="18" charset="0"/>
              </a:rPr>
              <a:t> </a:t>
            </a:r>
            <a:r>
              <a:rPr lang="uk-UA" sz="2800" b="1" i="1" dirty="0" err="1" smtClean="0">
                <a:latin typeface="Book Antiqua" pitchFamily="18" charset="0"/>
              </a:rPr>
              <a:t>життя”</a:t>
            </a:r>
            <a:r>
              <a:rPr lang="uk-UA" sz="2800" b="1" i="1" dirty="0" smtClean="0">
                <a:latin typeface="Book Antiqua" pitchFamily="18" charset="0"/>
              </a:rPr>
              <a:t>  </a:t>
            </a:r>
            <a:r>
              <a:rPr lang="uk-UA" sz="2800" dirty="0" smtClean="0">
                <a:latin typeface="Book Antiqua" pitchFamily="18" charset="0"/>
              </a:rPr>
              <a:t>описав 2 способи спілкування: жирафа та шакала</a:t>
            </a:r>
            <a:endParaRPr lang="ru-RU" sz="2800" b="1" i="1" dirty="0">
              <a:latin typeface="Book Antiqua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85715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Картинки по запросу шакал смешная картинка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57158" y="357166"/>
            <a:ext cx="3778835" cy="2500329"/>
          </a:xfrm>
          <a:prstGeom prst="rect">
            <a:avLst/>
          </a:prstGeom>
          <a:noFill/>
        </p:spPr>
      </p:pic>
      <p:sp>
        <p:nvSpPr>
          <p:cNvPr id="3" name="TextBox 2"/>
          <p:cNvSpPr txBox="1"/>
          <p:nvPr/>
        </p:nvSpPr>
        <p:spPr>
          <a:xfrm>
            <a:off x="1142976" y="642918"/>
            <a:ext cx="7429553" cy="49244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>
                <a:latin typeface="Book Antiqua" pitchFamily="18" charset="0"/>
              </a:rPr>
              <a:t>                                        </a:t>
            </a:r>
            <a:r>
              <a:rPr lang="ru-RU" sz="2800" b="1" i="1" dirty="0" err="1" smtClean="0">
                <a:latin typeface="Book Antiqua" pitchFamily="18" charset="0"/>
              </a:rPr>
              <a:t>Що</a:t>
            </a:r>
            <a:r>
              <a:rPr lang="ru-RU" sz="2800" b="1" i="1" dirty="0" smtClean="0">
                <a:latin typeface="Book Antiqua" pitchFamily="18" charset="0"/>
              </a:rPr>
              <a:t> </a:t>
            </a:r>
            <a:r>
              <a:rPr lang="ru-RU" sz="2800" b="1" i="1" dirty="0" err="1" smtClean="0">
                <a:latin typeface="Book Antiqua" pitchFamily="18" charset="0"/>
              </a:rPr>
              <a:t>означає</a:t>
            </a:r>
            <a:r>
              <a:rPr lang="ru-RU" sz="2800" b="1" i="1" dirty="0" smtClean="0">
                <a:latin typeface="Book Antiqua" pitchFamily="18" charset="0"/>
              </a:rPr>
              <a:t> </a:t>
            </a:r>
            <a:r>
              <a:rPr lang="ru-RU" sz="2800" b="1" i="1" dirty="0" err="1" smtClean="0">
                <a:latin typeface="Book Antiqua" pitchFamily="18" charset="0"/>
              </a:rPr>
              <a:t>говорити</a:t>
            </a:r>
            <a:r>
              <a:rPr lang="ru-RU" sz="2800" b="1" i="1" dirty="0" smtClean="0">
                <a:latin typeface="Book Antiqua" pitchFamily="18" charset="0"/>
              </a:rPr>
              <a:t> </a:t>
            </a:r>
            <a:r>
              <a:rPr lang="ru-RU" sz="2800" b="1" i="1" dirty="0" err="1" smtClean="0">
                <a:latin typeface="Book Antiqua" pitchFamily="18" charset="0"/>
              </a:rPr>
              <a:t>мовою</a:t>
            </a:r>
            <a:r>
              <a:rPr lang="ru-RU" sz="2800" b="1" i="1" dirty="0" smtClean="0">
                <a:latin typeface="Book Antiqua" pitchFamily="18" charset="0"/>
              </a:rPr>
              <a:t>            </a:t>
            </a:r>
          </a:p>
          <a:p>
            <a:r>
              <a:rPr lang="ru-RU" sz="2800" b="1" i="1" dirty="0" smtClean="0">
                <a:latin typeface="Book Antiqua" pitchFamily="18" charset="0"/>
              </a:rPr>
              <a:t>                                         Шакала?</a:t>
            </a:r>
          </a:p>
          <a:p>
            <a:r>
              <a:rPr lang="ru-RU" dirty="0" smtClean="0">
                <a:latin typeface="Book Antiqua" pitchFamily="18" charset="0"/>
              </a:rPr>
              <a:t> </a:t>
            </a:r>
          </a:p>
          <a:p>
            <a:r>
              <a:rPr lang="ru-RU" b="1" i="1" dirty="0" smtClean="0">
                <a:latin typeface="Book Antiqua" pitchFamily="18" charset="0"/>
              </a:rPr>
              <a:t>                                                           </a:t>
            </a:r>
            <a:r>
              <a:rPr lang="ru-RU" sz="2000" b="1" i="1" dirty="0" err="1" smtClean="0">
                <a:latin typeface="Book Antiqua" pitchFamily="18" charset="0"/>
              </a:rPr>
              <a:t>Ви</a:t>
            </a:r>
            <a:r>
              <a:rPr lang="ru-RU" sz="2000" b="1" i="1" dirty="0" smtClean="0">
                <a:latin typeface="Book Antiqua" pitchFamily="18" charset="0"/>
              </a:rPr>
              <a:t> </a:t>
            </a:r>
            <a:r>
              <a:rPr lang="ru-RU" sz="2000" b="1" i="1" dirty="0" err="1" smtClean="0">
                <a:latin typeface="Book Antiqua" pitchFamily="18" charset="0"/>
              </a:rPr>
              <a:t>використовуєте</a:t>
            </a:r>
            <a:r>
              <a:rPr lang="ru-RU" sz="2000" b="1" i="1" dirty="0" smtClean="0">
                <a:latin typeface="Book Antiqua" pitchFamily="18" charset="0"/>
              </a:rPr>
              <a:t>:</a:t>
            </a:r>
          </a:p>
          <a:p>
            <a:endParaRPr lang="ru-RU" sz="2000" dirty="0" smtClean="0">
              <a:latin typeface="Book Antiqua" pitchFamily="18" charset="0"/>
            </a:endParaRPr>
          </a:p>
          <a:p>
            <a:r>
              <a:rPr lang="ru-RU" sz="2000" dirty="0" smtClean="0">
                <a:latin typeface="Book Antiqua" pitchFamily="18" charset="0"/>
              </a:rPr>
              <a:t>                                                        - </a:t>
            </a:r>
            <a:r>
              <a:rPr lang="ru-RU" sz="2000" dirty="0" err="1" smtClean="0">
                <a:latin typeface="Book Antiqua" pitchFamily="18" charset="0"/>
              </a:rPr>
              <a:t>ярлики</a:t>
            </a:r>
            <a:r>
              <a:rPr lang="ru-RU" sz="2000" dirty="0" smtClean="0">
                <a:latin typeface="Book Antiqua" pitchFamily="18" charset="0"/>
              </a:rPr>
              <a:t>, критику, </a:t>
            </a:r>
            <a:r>
              <a:rPr lang="ru-RU" sz="2000" dirty="0" err="1" smtClean="0">
                <a:latin typeface="Book Antiqua" pitchFamily="18" charset="0"/>
              </a:rPr>
              <a:t>осуд</a:t>
            </a:r>
            <a:r>
              <a:rPr lang="ru-RU" sz="2000" dirty="0" smtClean="0">
                <a:latin typeface="Book Antiqua" pitchFamily="18" charset="0"/>
              </a:rPr>
              <a:t>; </a:t>
            </a:r>
          </a:p>
          <a:p>
            <a:endParaRPr lang="ru-RU" sz="2000" dirty="0" smtClean="0">
              <a:latin typeface="Book Antiqua" pitchFamily="18" charset="0"/>
            </a:endParaRPr>
          </a:p>
          <a:p>
            <a:r>
              <a:rPr lang="ru-RU" sz="2000" dirty="0" smtClean="0">
                <a:latin typeface="Book Antiqua" pitchFamily="18" charset="0"/>
              </a:rPr>
              <a:t>- </a:t>
            </a:r>
            <a:r>
              <a:rPr lang="ru-RU" sz="2000" dirty="0" err="1" smtClean="0">
                <a:latin typeface="Book Antiqua" pitchFamily="18" charset="0"/>
              </a:rPr>
              <a:t>оцінку</a:t>
            </a:r>
            <a:r>
              <a:rPr lang="ru-RU" sz="2000" dirty="0" smtClean="0">
                <a:latin typeface="Book Antiqua" pitchFamily="18" charset="0"/>
              </a:rPr>
              <a:t> </a:t>
            </a:r>
            <a:r>
              <a:rPr lang="ru-RU" sz="2000" dirty="0" err="1" smtClean="0">
                <a:latin typeface="Book Antiqua" pitchFamily="18" charset="0"/>
              </a:rPr>
              <a:t>з</a:t>
            </a:r>
            <a:r>
              <a:rPr lang="ru-RU" sz="2000" dirty="0" smtClean="0">
                <a:latin typeface="Book Antiqua" pitchFamily="18" charset="0"/>
              </a:rPr>
              <a:t> точки </a:t>
            </a:r>
            <a:r>
              <a:rPr lang="ru-RU" sz="2000" dirty="0" err="1" smtClean="0">
                <a:latin typeface="Book Antiqua" pitchFamily="18" charset="0"/>
              </a:rPr>
              <a:t>зору</a:t>
            </a:r>
            <a:r>
              <a:rPr lang="ru-RU" sz="2000" dirty="0" smtClean="0">
                <a:latin typeface="Book Antiqua" pitchFamily="18" charset="0"/>
              </a:rPr>
              <a:t> </a:t>
            </a:r>
            <a:r>
              <a:rPr lang="ru-RU" sz="2000" dirty="0" err="1" smtClean="0">
                <a:latin typeface="Book Antiqua" pitchFamily="18" charset="0"/>
              </a:rPr>
              <a:t>винагороди</a:t>
            </a:r>
            <a:r>
              <a:rPr lang="ru-RU" sz="2000" dirty="0" smtClean="0">
                <a:latin typeface="Book Antiqua" pitchFamily="18" charset="0"/>
              </a:rPr>
              <a:t> </a:t>
            </a:r>
            <a:r>
              <a:rPr lang="ru-RU" sz="2000" dirty="0" err="1" smtClean="0">
                <a:latin typeface="Book Antiqua" pitchFamily="18" charset="0"/>
              </a:rPr>
              <a:t>чи</a:t>
            </a:r>
            <a:r>
              <a:rPr lang="ru-RU" sz="2000" dirty="0" smtClean="0">
                <a:latin typeface="Book Antiqua" pitchFamily="18" charset="0"/>
              </a:rPr>
              <a:t> </a:t>
            </a:r>
            <a:r>
              <a:rPr lang="ru-RU" sz="2000" dirty="0" err="1" smtClean="0">
                <a:latin typeface="Book Antiqua" pitchFamily="18" charset="0"/>
              </a:rPr>
              <a:t>звинувачення</a:t>
            </a:r>
            <a:r>
              <a:rPr lang="ru-RU" sz="2000" dirty="0" smtClean="0">
                <a:latin typeface="Book Antiqua" pitchFamily="18" charset="0"/>
              </a:rPr>
              <a:t> (</a:t>
            </a:r>
            <a:r>
              <a:rPr lang="ru-RU" sz="2000" dirty="0" err="1" smtClean="0">
                <a:latin typeface="Book Antiqua" pitchFamily="18" charset="0"/>
              </a:rPr>
              <a:t>тобто</a:t>
            </a:r>
            <a:r>
              <a:rPr lang="ru-RU" sz="2000" dirty="0" smtClean="0">
                <a:latin typeface="Book Antiqua" pitchFamily="18" charset="0"/>
              </a:rPr>
              <a:t> </a:t>
            </a:r>
            <a:r>
              <a:rPr lang="ru-RU" sz="2000" dirty="0" err="1" smtClean="0">
                <a:latin typeface="Book Antiqua" pitchFamily="18" charset="0"/>
              </a:rPr>
              <a:t>поведінка</a:t>
            </a:r>
            <a:r>
              <a:rPr lang="ru-RU" sz="2000" dirty="0" smtClean="0">
                <a:latin typeface="Book Antiqua" pitchFamily="18" charset="0"/>
              </a:rPr>
              <a:t> </a:t>
            </a:r>
            <a:r>
              <a:rPr lang="ru-RU" sz="2000" dirty="0" err="1" smtClean="0">
                <a:latin typeface="Book Antiqua" pitchFamily="18" charset="0"/>
              </a:rPr>
              <a:t>людини</a:t>
            </a:r>
            <a:r>
              <a:rPr lang="ru-RU" sz="2000" dirty="0" smtClean="0">
                <a:latin typeface="Book Antiqua" pitchFamily="18" charset="0"/>
              </a:rPr>
              <a:t> </a:t>
            </a:r>
            <a:r>
              <a:rPr lang="ru-RU" sz="2000" dirty="0" err="1" smtClean="0">
                <a:latin typeface="Book Antiqua" pitchFamily="18" charset="0"/>
              </a:rPr>
              <a:t>заслуговує</a:t>
            </a:r>
            <a:r>
              <a:rPr lang="ru-RU" sz="2000" dirty="0" smtClean="0">
                <a:latin typeface="Book Antiqua" pitchFamily="18" charset="0"/>
              </a:rPr>
              <a:t> </a:t>
            </a:r>
            <a:r>
              <a:rPr lang="ru-RU" sz="2000" dirty="0" err="1" smtClean="0">
                <a:latin typeface="Book Antiqua" pitchFamily="18" charset="0"/>
              </a:rPr>
              <a:t>винагороди</a:t>
            </a:r>
            <a:r>
              <a:rPr lang="ru-RU" sz="2000" dirty="0" smtClean="0">
                <a:latin typeface="Book Antiqua" pitchFamily="18" charset="0"/>
              </a:rPr>
              <a:t> </a:t>
            </a:r>
            <a:r>
              <a:rPr lang="ru-RU" sz="2000" dirty="0" err="1" smtClean="0">
                <a:latin typeface="Book Antiqua" pitchFamily="18" charset="0"/>
              </a:rPr>
              <a:t>чи</a:t>
            </a:r>
            <a:r>
              <a:rPr lang="ru-RU" sz="2000" dirty="0" smtClean="0">
                <a:latin typeface="Book Antiqua" pitchFamily="18" charset="0"/>
              </a:rPr>
              <a:t> </a:t>
            </a:r>
            <a:r>
              <a:rPr lang="ru-RU" sz="2000" dirty="0" err="1" smtClean="0">
                <a:latin typeface="Book Antiqua" pitchFamily="18" charset="0"/>
              </a:rPr>
              <a:t>покарання</a:t>
            </a:r>
            <a:r>
              <a:rPr lang="ru-RU" sz="2000" dirty="0" smtClean="0">
                <a:latin typeface="Book Antiqua" pitchFamily="18" charset="0"/>
              </a:rPr>
              <a:t>); </a:t>
            </a:r>
          </a:p>
          <a:p>
            <a:endParaRPr lang="ru-RU" sz="2000" dirty="0" smtClean="0">
              <a:latin typeface="Book Antiqua" pitchFamily="18" charset="0"/>
            </a:endParaRPr>
          </a:p>
          <a:p>
            <a:r>
              <a:rPr lang="ru-RU" sz="2000" dirty="0" smtClean="0">
                <a:latin typeface="Book Antiqua" pitchFamily="18" charset="0"/>
              </a:rPr>
              <a:t>- </a:t>
            </a:r>
            <a:r>
              <a:rPr lang="ru-RU" sz="2000" dirty="0" err="1" smtClean="0">
                <a:latin typeface="Book Antiqua" pitchFamily="18" charset="0"/>
              </a:rPr>
              <a:t>вимоги</a:t>
            </a:r>
            <a:r>
              <a:rPr lang="ru-RU" sz="2000" dirty="0" smtClean="0">
                <a:latin typeface="Book Antiqua" pitchFamily="18" charset="0"/>
              </a:rPr>
              <a:t> (</a:t>
            </a:r>
            <a:r>
              <a:rPr lang="ru-RU" sz="2000" dirty="0" err="1" smtClean="0">
                <a:latin typeface="Book Antiqua" pitchFamily="18" charset="0"/>
              </a:rPr>
              <a:t>заперечення</a:t>
            </a:r>
            <a:r>
              <a:rPr lang="ru-RU" sz="2000" dirty="0" smtClean="0">
                <a:latin typeface="Book Antiqua" pitchFamily="18" charset="0"/>
              </a:rPr>
              <a:t> </a:t>
            </a:r>
            <a:r>
              <a:rPr lang="ru-RU" sz="2000" dirty="0" err="1" smtClean="0">
                <a:latin typeface="Book Antiqua" pitchFamily="18" charset="0"/>
              </a:rPr>
              <a:t>можливості</a:t>
            </a:r>
            <a:r>
              <a:rPr lang="ru-RU" sz="2000" dirty="0" smtClean="0">
                <a:latin typeface="Book Antiqua" pitchFamily="18" charset="0"/>
              </a:rPr>
              <a:t> </a:t>
            </a:r>
            <a:r>
              <a:rPr lang="ru-RU" sz="2000" dirty="0" err="1" smtClean="0">
                <a:latin typeface="Book Antiqua" pitchFamily="18" charset="0"/>
              </a:rPr>
              <a:t>вибору</a:t>
            </a:r>
            <a:r>
              <a:rPr lang="ru-RU" sz="2000" dirty="0" smtClean="0">
                <a:latin typeface="Book Antiqua" pitchFamily="18" charset="0"/>
              </a:rPr>
              <a:t> в </a:t>
            </a:r>
            <a:r>
              <a:rPr lang="ru-RU" sz="2000" dirty="0" err="1" smtClean="0">
                <a:latin typeface="Book Antiqua" pitchFamily="18" charset="0"/>
              </a:rPr>
              <a:t>людини</a:t>
            </a:r>
            <a:r>
              <a:rPr lang="ru-RU" sz="2000" dirty="0" smtClean="0">
                <a:latin typeface="Book Antiqua" pitchFamily="18" charset="0"/>
              </a:rPr>
              <a:t>, </a:t>
            </a:r>
            <a:r>
              <a:rPr lang="ru-RU" sz="2000" dirty="0" err="1" smtClean="0">
                <a:latin typeface="Book Antiqua" pitchFamily="18" charset="0"/>
              </a:rPr>
              <a:t>бажання</a:t>
            </a:r>
            <a:r>
              <a:rPr lang="ru-RU" sz="2000" dirty="0" smtClean="0">
                <a:latin typeface="Book Antiqua" pitchFamily="18" charset="0"/>
              </a:rPr>
              <a:t> </a:t>
            </a:r>
            <a:r>
              <a:rPr lang="ru-RU" sz="2000" dirty="0" err="1" smtClean="0">
                <a:latin typeface="Book Antiqua" pitchFamily="18" charset="0"/>
              </a:rPr>
              <a:t>покарати</a:t>
            </a:r>
            <a:r>
              <a:rPr lang="ru-RU" sz="2000" dirty="0" smtClean="0">
                <a:latin typeface="Book Antiqua" pitchFamily="18" charset="0"/>
              </a:rPr>
              <a:t> тих, </a:t>
            </a:r>
            <a:r>
              <a:rPr lang="ru-RU" sz="2000" dirty="0" err="1" smtClean="0">
                <a:latin typeface="Book Antiqua" pitchFamily="18" charset="0"/>
              </a:rPr>
              <a:t>хто</a:t>
            </a:r>
            <a:r>
              <a:rPr lang="ru-RU" sz="2000" dirty="0" smtClean="0">
                <a:latin typeface="Book Antiqua" pitchFamily="18" charset="0"/>
              </a:rPr>
              <a:t> не </a:t>
            </a:r>
            <a:r>
              <a:rPr lang="ru-RU" sz="2000" dirty="0" err="1" smtClean="0">
                <a:latin typeface="Book Antiqua" pitchFamily="18" charset="0"/>
              </a:rPr>
              <a:t>виконує</a:t>
            </a:r>
            <a:r>
              <a:rPr lang="ru-RU" sz="2000" dirty="0" smtClean="0">
                <a:latin typeface="Book Antiqua" pitchFamily="18" charset="0"/>
              </a:rPr>
              <a:t> </a:t>
            </a:r>
            <a:r>
              <a:rPr lang="ru-RU" sz="2000" dirty="0" err="1" smtClean="0">
                <a:latin typeface="Book Antiqua" pitchFamily="18" charset="0"/>
              </a:rPr>
              <a:t>вимоги</a:t>
            </a:r>
            <a:r>
              <a:rPr lang="ru-RU" sz="2000" dirty="0" smtClean="0">
                <a:latin typeface="Book Antiqua" pitchFamily="18" charset="0"/>
              </a:rPr>
              <a:t>); </a:t>
            </a:r>
          </a:p>
          <a:p>
            <a:endParaRPr lang="ru-RU" sz="2000" dirty="0" smtClean="0">
              <a:latin typeface="Book Antiqua" pitchFamily="18" charset="0"/>
            </a:endParaRPr>
          </a:p>
          <a:p>
            <a:r>
              <a:rPr lang="ru-RU" sz="2000" dirty="0" smtClean="0">
                <a:latin typeface="Book Antiqua" pitchFamily="18" charset="0"/>
              </a:rPr>
              <a:t>- </a:t>
            </a:r>
            <a:r>
              <a:rPr lang="ru-RU" sz="2000" dirty="0" err="1" smtClean="0">
                <a:latin typeface="Book Antiqua" pitchFamily="18" charset="0"/>
              </a:rPr>
              <a:t>заперечення</a:t>
            </a:r>
            <a:r>
              <a:rPr lang="ru-RU" sz="2000" dirty="0" smtClean="0">
                <a:latin typeface="Book Antiqua" pitchFamily="18" charset="0"/>
              </a:rPr>
              <a:t> </a:t>
            </a:r>
            <a:r>
              <a:rPr lang="ru-RU" sz="2000" dirty="0" err="1" smtClean="0">
                <a:latin typeface="Book Antiqua" pitchFamily="18" charset="0"/>
              </a:rPr>
              <a:t>можливостей</a:t>
            </a:r>
            <a:r>
              <a:rPr lang="ru-RU" sz="2000" dirty="0" smtClean="0">
                <a:latin typeface="Book Antiqua" pitchFamily="18" charset="0"/>
              </a:rPr>
              <a:t> </a:t>
            </a:r>
            <a:r>
              <a:rPr lang="ru-RU" sz="2000" dirty="0" err="1" smtClean="0">
                <a:latin typeface="Book Antiqua" pitchFamily="18" charset="0"/>
              </a:rPr>
              <a:t>вибору</a:t>
            </a:r>
            <a:r>
              <a:rPr lang="ru-RU" sz="2000" dirty="0" smtClean="0">
                <a:latin typeface="Book Antiqua" pitchFamily="18" charset="0"/>
              </a:rPr>
              <a:t> </a:t>
            </a:r>
            <a:r>
              <a:rPr lang="ru-RU" sz="2000" dirty="0" err="1" smtClean="0">
                <a:latin typeface="Book Antiqua" pitchFamily="18" charset="0"/>
              </a:rPr>
              <a:t>чи</a:t>
            </a:r>
            <a:r>
              <a:rPr lang="ru-RU" sz="2000" dirty="0" smtClean="0">
                <a:latin typeface="Book Antiqua" pitchFamily="18" charset="0"/>
              </a:rPr>
              <a:t> </a:t>
            </a:r>
            <a:r>
              <a:rPr lang="ru-RU" sz="2000" dirty="0" err="1" smtClean="0">
                <a:latin typeface="Book Antiqua" pitchFamily="18" charset="0"/>
              </a:rPr>
              <a:t>відповідальності</a:t>
            </a:r>
            <a:r>
              <a:rPr lang="ru-RU" sz="2000" dirty="0" smtClean="0">
                <a:latin typeface="Book Antiqua" pitchFamily="18" charset="0"/>
              </a:rPr>
              <a:t>. </a:t>
            </a:r>
          </a:p>
          <a:p>
            <a:r>
              <a:rPr lang="uk-UA" sz="2000" dirty="0" smtClean="0"/>
              <a:t> </a:t>
            </a: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19348357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Картинки по запросу жираф смешная картинка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072066" y="357167"/>
            <a:ext cx="3762368" cy="2663757"/>
          </a:xfrm>
          <a:prstGeom prst="rect">
            <a:avLst/>
          </a:prstGeom>
          <a:noFill/>
        </p:spPr>
      </p:pic>
      <p:sp>
        <p:nvSpPr>
          <p:cNvPr id="3" name="TextBox 2"/>
          <p:cNvSpPr txBox="1"/>
          <p:nvPr/>
        </p:nvSpPr>
        <p:spPr>
          <a:xfrm>
            <a:off x="500035" y="571480"/>
            <a:ext cx="8215370" cy="54476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i="1" dirty="0" smtClean="0">
                <a:latin typeface="Book Antiqua" pitchFamily="18" charset="0"/>
              </a:rPr>
              <a:t>Людина, яка говорить</a:t>
            </a:r>
          </a:p>
          <a:p>
            <a:r>
              <a:rPr lang="ru-RU" sz="2800" b="1" i="1" dirty="0" smtClean="0">
                <a:latin typeface="Book Antiqua" pitchFamily="18" charset="0"/>
              </a:rPr>
              <a:t> </a:t>
            </a:r>
            <a:r>
              <a:rPr lang="ru-RU" sz="2800" b="1" i="1" dirty="0" err="1" smtClean="0">
                <a:latin typeface="Book Antiqua" pitchFamily="18" charset="0"/>
              </a:rPr>
              <a:t>мовою</a:t>
            </a:r>
            <a:r>
              <a:rPr lang="ru-RU" sz="2800" b="1" i="1" dirty="0" smtClean="0">
                <a:latin typeface="Book Antiqua" pitchFamily="18" charset="0"/>
              </a:rPr>
              <a:t> «Жирафа»: </a:t>
            </a:r>
          </a:p>
          <a:p>
            <a:endParaRPr lang="ru-RU" sz="2800" dirty="0" smtClean="0">
              <a:latin typeface="Book Antiqua" pitchFamily="18" charset="0"/>
            </a:endParaRPr>
          </a:p>
          <a:p>
            <a:r>
              <a:rPr lang="ru-RU" sz="2400" dirty="0" smtClean="0">
                <a:latin typeface="Book Antiqua" pitchFamily="18" charset="0"/>
              </a:rPr>
              <a:t>- не </a:t>
            </a:r>
            <a:r>
              <a:rPr lang="ru-RU" sz="2400" dirty="0" err="1" smtClean="0">
                <a:latin typeface="Book Antiqua" pitchFamily="18" charset="0"/>
              </a:rPr>
              <a:t>дає</a:t>
            </a:r>
            <a:r>
              <a:rPr lang="ru-RU" sz="2400" dirty="0" smtClean="0">
                <a:latin typeface="Book Antiqua" pitchFamily="18" charset="0"/>
              </a:rPr>
              <a:t> </a:t>
            </a:r>
            <a:r>
              <a:rPr lang="ru-RU" sz="2400" dirty="0" err="1" smtClean="0">
                <a:latin typeface="Book Antiqua" pitchFamily="18" charset="0"/>
              </a:rPr>
              <a:t>оцінок</a:t>
            </a:r>
            <a:r>
              <a:rPr lang="ru-RU" sz="2400" dirty="0" smtClean="0">
                <a:latin typeface="Book Antiqua" pitchFamily="18" charset="0"/>
              </a:rPr>
              <a:t>, </a:t>
            </a:r>
          </a:p>
          <a:p>
            <a:endParaRPr lang="ru-RU" sz="2400" dirty="0" smtClean="0">
              <a:latin typeface="Book Antiqua" pitchFamily="18" charset="0"/>
            </a:endParaRPr>
          </a:p>
          <a:p>
            <a:r>
              <a:rPr lang="ru-RU" sz="2400" dirty="0" smtClean="0">
                <a:latin typeface="Book Antiqua" pitchFamily="18" charset="0"/>
              </a:rPr>
              <a:t>- не </a:t>
            </a:r>
            <a:r>
              <a:rPr lang="ru-RU" sz="2400" dirty="0" err="1" smtClean="0">
                <a:latin typeface="Book Antiqua" pitchFamily="18" charset="0"/>
              </a:rPr>
              <a:t>звинувачує</a:t>
            </a:r>
            <a:r>
              <a:rPr lang="ru-RU" sz="2400" dirty="0" smtClean="0">
                <a:latin typeface="Book Antiqua" pitchFamily="18" charset="0"/>
              </a:rPr>
              <a:t>, </a:t>
            </a:r>
          </a:p>
          <a:p>
            <a:endParaRPr lang="ru-RU" sz="2400" dirty="0" smtClean="0">
              <a:latin typeface="Book Antiqua" pitchFamily="18" charset="0"/>
            </a:endParaRPr>
          </a:p>
          <a:p>
            <a:r>
              <a:rPr lang="ru-RU" sz="2400" dirty="0" smtClean="0">
                <a:latin typeface="Book Antiqua" pitchFamily="18" charset="0"/>
              </a:rPr>
              <a:t>- не </a:t>
            </a:r>
            <a:r>
              <a:rPr lang="ru-RU" sz="2400" dirty="0" err="1" smtClean="0">
                <a:latin typeface="Book Antiqua" pitchFamily="18" charset="0"/>
              </a:rPr>
              <a:t>вимагає</a:t>
            </a:r>
            <a:r>
              <a:rPr lang="ru-RU" sz="2400" dirty="0" smtClean="0">
                <a:latin typeface="Book Antiqua" pitchFamily="18" charset="0"/>
              </a:rPr>
              <a:t> </a:t>
            </a:r>
            <a:r>
              <a:rPr lang="ru-RU" sz="2400" dirty="0" err="1" smtClean="0">
                <a:latin typeface="Book Antiqua" pitchFamily="18" charset="0"/>
              </a:rPr>
              <a:t>й</a:t>
            </a:r>
            <a:r>
              <a:rPr lang="ru-RU" sz="2400" dirty="0" smtClean="0">
                <a:latin typeface="Book Antiqua" pitchFamily="18" charset="0"/>
              </a:rPr>
              <a:t> </a:t>
            </a:r>
            <a:r>
              <a:rPr lang="ru-RU" sz="2400" dirty="0" err="1" smtClean="0">
                <a:latin typeface="Book Antiqua" pitchFamily="18" charset="0"/>
              </a:rPr>
              <a:t>не</a:t>
            </a:r>
            <a:r>
              <a:rPr lang="ru-RU" sz="2400" dirty="0" smtClean="0">
                <a:latin typeface="Book Antiqua" pitchFamily="18" charset="0"/>
              </a:rPr>
              <a:t> </a:t>
            </a:r>
            <a:r>
              <a:rPr lang="ru-RU" sz="2400" dirty="0" err="1" smtClean="0">
                <a:latin typeface="Book Antiqua" pitchFamily="18" charset="0"/>
              </a:rPr>
              <a:t>погрожує</a:t>
            </a:r>
            <a:r>
              <a:rPr lang="ru-RU" sz="2400" dirty="0" smtClean="0">
                <a:latin typeface="Book Antiqua" pitchFamily="18" charset="0"/>
              </a:rPr>
              <a:t>. </a:t>
            </a:r>
          </a:p>
          <a:p>
            <a:endParaRPr lang="ru-RU" sz="2400" dirty="0" smtClean="0">
              <a:latin typeface="Book Antiqua" pitchFamily="18" charset="0"/>
            </a:endParaRPr>
          </a:p>
          <a:p>
            <a:r>
              <a:rPr lang="ru-RU" sz="2400" dirty="0" smtClean="0">
                <a:latin typeface="Book Antiqua" pitchFamily="18" charset="0"/>
              </a:rPr>
              <a:t>«</a:t>
            </a:r>
            <a:r>
              <a:rPr lang="ru-RU" sz="2400" dirty="0" err="1" smtClean="0">
                <a:latin typeface="Book Antiqua" pitchFamily="18" charset="0"/>
              </a:rPr>
              <a:t>Жирафи</a:t>
            </a:r>
            <a:r>
              <a:rPr lang="ru-RU" sz="2400" dirty="0" smtClean="0">
                <a:latin typeface="Book Antiqua" pitchFamily="18" charset="0"/>
              </a:rPr>
              <a:t>» </a:t>
            </a:r>
            <a:r>
              <a:rPr lang="ru-RU" sz="2400" dirty="0" err="1" smtClean="0">
                <a:latin typeface="Book Antiqua" pitchFamily="18" charset="0"/>
              </a:rPr>
              <a:t>об’єктивні</a:t>
            </a:r>
            <a:r>
              <a:rPr lang="ru-RU" sz="2400" dirty="0" smtClean="0">
                <a:latin typeface="Book Antiqua" pitchFamily="18" charset="0"/>
              </a:rPr>
              <a:t> у </a:t>
            </a:r>
            <a:r>
              <a:rPr lang="ru-RU" sz="2400" dirty="0" err="1" smtClean="0">
                <a:latin typeface="Book Antiqua" pitchFamily="18" charset="0"/>
              </a:rPr>
              <a:t>своєму</a:t>
            </a:r>
            <a:r>
              <a:rPr lang="ru-RU" sz="2400" dirty="0" smtClean="0">
                <a:latin typeface="Book Antiqua" pitchFamily="18" charset="0"/>
              </a:rPr>
              <a:t> </a:t>
            </a:r>
            <a:r>
              <a:rPr lang="ru-RU" sz="2400" dirty="0" err="1" smtClean="0">
                <a:latin typeface="Book Antiqua" pitchFamily="18" charset="0"/>
              </a:rPr>
              <a:t>баченні</a:t>
            </a:r>
            <a:r>
              <a:rPr lang="ru-RU" sz="2400" dirty="0" smtClean="0">
                <a:latin typeface="Book Antiqua" pitchFamily="18" charset="0"/>
              </a:rPr>
              <a:t> </a:t>
            </a:r>
            <a:r>
              <a:rPr lang="ru-RU" sz="2400" dirty="0" err="1" smtClean="0">
                <a:latin typeface="Book Antiqua" pitchFamily="18" charset="0"/>
              </a:rPr>
              <a:t>й</a:t>
            </a:r>
            <a:r>
              <a:rPr lang="ru-RU" sz="2400" dirty="0" smtClean="0">
                <a:latin typeface="Book Antiqua" pitchFamily="18" charset="0"/>
              </a:rPr>
              <a:t> </a:t>
            </a:r>
            <a:r>
              <a:rPr lang="ru-RU" sz="2400" dirty="0" err="1" smtClean="0">
                <a:latin typeface="Book Antiqua" pitchFamily="18" charset="0"/>
              </a:rPr>
              <a:t>розумінні</a:t>
            </a:r>
            <a:r>
              <a:rPr lang="ru-RU" sz="2400" dirty="0" smtClean="0">
                <a:latin typeface="Book Antiqua" pitchFamily="18" charset="0"/>
              </a:rPr>
              <a:t> </a:t>
            </a:r>
            <a:r>
              <a:rPr lang="ru-RU" sz="2400" dirty="0" err="1" smtClean="0">
                <a:latin typeface="Book Antiqua" pitchFamily="18" charset="0"/>
              </a:rPr>
              <a:t>своїх</a:t>
            </a:r>
            <a:r>
              <a:rPr lang="ru-RU" sz="2400" dirty="0" smtClean="0">
                <a:latin typeface="Book Antiqua" pitchFamily="18" charset="0"/>
              </a:rPr>
              <a:t> </a:t>
            </a:r>
            <a:r>
              <a:rPr lang="ru-RU" sz="2400" dirty="0" err="1" smtClean="0">
                <a:latin typeface="Book Antiqua" pitchFamily="18" charset="0"/>
              </a:rPr>
              <a:t>почуттів</a:t>
            </a:r>
            <a:r>
              <a:rPr lang="ru-RU" sz="2400" dirty="0" smtClean="0">
                <a:latin typeface="Book Antiqua" pitchFamily="18" charset="0"/>
              </a:rPr>
              <a:t> та потреб, а </a:t>
            </a:r>
            <a:r>
              <a:rPr lang="ru-RU" sz="2400" dirty="0" err="1" smtClean="0">
                <a:latin typeface="Book Antiqua" pitchFamily="18" charset="0"/>
              </a:rPr>
              <a:t>також</a:t>
            </a:r>
            <a:r>
              <a:rPr lang="ru-RU" sz="2400" dirty="0" smtClean="0">
                <a:latin typeface="Book Antiqua" pitchFamily="18" charset="0"/>
              </a:rPr>
              <a:t> </a:t>
            </a:r>
            <a:r>
              <a:rPr lang="ru-RU" sz="2400" dirty="0" err="1" smtClean="0">
                <a:latin typeface="Book Antiqua" pitchFamily="18" charset="0"/>
              </a:rPr>
              <a:t>почуттів</a:t>
            </a:r>
            <a:r>
              <a:rPr lang="ru-RU" sz="2400" dirty="0" smtClean="0">
                <a:latin typeface="Book Antiqua" pitchFamily="18" charset="0"/>
              </a:rPr>
              <a:t> та потреб </a:t>
            </a:r>
            <a:r>
              <a:rPr lang="ru-RU" sz="2400" dirty="0" err="1" smtClean="0">
                <a:latin typeface="Book Antiqua" pitchFamily="18" charset="0"/>
              </a:rPr>
              <a:t>інших</a:t>
            </a:r>
            <a:r>
              <a:rPr lang="ru-RU" sz="2400" dirty="0" smtClean="0">
                <a:latin typeface="Book Antiqua" pitchFamily="18" charset="0"/>
              </a:rPr>
              <a:t> людей. «</a:t>
            </a:r>
            <a:r>
              <a:rPr lang="ru-RU" sz="2400" dirty="0" err="1" smtClean="0">
                <a:latin typeface="Book Antiqua" pitchFamily="18" charset="0"/>
              </a:rPr>
              <a:t>Жирафи</a:t>
            </a:r>
            <a:r>
              <a:rPr lang="ru-RU" sz="2400" dirty="0" smtClean="0">
                <a:latin typeface="Book Antiqua" pitchFamily="18" charset="0"/>
              </a:rPr>
              <a:t>» </a:t>
            </a:r>
            <a:r>
              <a:rPr lang="ru-RU" sz="2400" dirty="0" err="1" smtClean="0">
                <a:latin typeface="Book Antiqua" pitchFamily="18" charset="0"/>
              </a:rPr>
              <a:t>використовують</a:t>
            </a:r>
            <a:r>
              <a:rPr lang="ru-RU" sz="2400" dirty="0" smtClean="0">
                <a:latin typeface="Book Antiqua" pitchFamily="18" charset="0"/>
              </a:rPr>
              <a:t> </a:t>
            </a:r>
            <a:r>
              <a:rPr lang="ru-RU" sz="2400" dirty="0" err="1" smtClean="0">
                <a:latin typeface="Book Antiqua" pitchFamily="18" charset="0"/>
              </a:rPr>
              <a:t>емпатію</a:t>
            </a:r>
            <a:r>
              <a:rPr lang="ru-RU" sz="2400" dirty="0" smtClean="0">
                <a:latin typeface="Book Antiqua" pitchFamily="18" charset="0"/>
              </a:rPr>
              <a:t>, </a:t>
            </a:r>
            <a:r>
              <a:rPr lang="ru-RU" sz="2400" dirty="0" err="1" smtClean="0">
                <a:latin typeface="Book Antiqua" pitchFamily="18" charset="0"/>
              </a:rPr>
              <a:t>намагаючись</a:t>
            </a:r>
            <a:r>
              <a:rPr lang="ru-RU" sz="2400" dirty="0" smtClean="0">
                <a:latin typeface="Book Antiqua" pitchFamily="18" charset="0"/>
              </a:rPr>
              <a:t> </a:t>
            </a:r>
            <a:r>
              <a:rPr lang="ru-RU" sz="2400" dirty="0" err="1" smtClean="0">
                <a:latin typeface="Book Antiqua" pitchFamily="18" charset="0"/>
              </a:rPr>
              <a:t>зробити</a:t>
            </a:r>
            <a:r>
              <a:rPr lang="ru-RU" sz="2400" dirty="0" smtClean="0">
                <a:latin typeface="Book Antiqua" pitchFamily="18" charset="0"/>
              </a:rPr>
              <a:t> не </a:t>
            </a:r>
            <a:r>
              <a:rPr lang="ru-RU" sz="2400" dirty="0" err="1" smtClean="0">
                <a:latin typeface="Book Antiqua" pitchFamily="18" charset="0"/>
              </a:rPr>
              <a:t>тільки</a:t>
            </a:r>
            <a:r>
              <a:rPr lang="ru-RU" sz="2400" dirty="0" smtClean="0">
                <a:latin typeface="Book Antiqua" pitchFamily="18" charset="0"/>
              </a:rPr>
              <a:t> </a:t>
            </a:r>
            <a:r>
              <a:rPr lang="ru-RU" sz="2400" dirty="0" err="1" smtClean="0">
                <a:latin typeface="Book Antiqua" pitchFamily="18" charset="0"/>
              </a:rPr>
              <a:t>своє</a:t>
            </a:r>
            <a:r>
              <a:rPr lang="ru-RU" sz="2400" dirty="0" smtClean="0">
                <a:latin typeface="Book Antiqua" pitchFamily="18" charset="0"/>
              </a:rPr>
              <a:t> </a:t>
            </a:r>
            <a:r>
              <a:rPr lang="ru-RU" sz="2400" dirty="0" err="1" smtClean="0">
                <a:latin typeface="Book Antiqua" pitchFamily="18" charset="0"/>
              </a:rPr>
              <a:t>життя</a:t>
            </a:r>
            <a:r>
              <a:rPr lang="ru-RU" sz="2400" dirty="0" smtClean="0">
                <a:latin typeface="Book Antiqua" pitchFamily="18" charset="0"/>
              </a:rPr>
              <a:t>, а </a:t>
            </a:r>
            <a:r>
              <a:rPr lang="ru-RU" sz="2400" dirty="0" err="1" smtClean="0">
                <a:latin typeface="Book Antiqua" pitchFamily="18" charset="0"/>
              </a:rPr>
              <a:t>й</a:t>
            </a:r>
            <a:r>
              <a:rPr lang="ru-RU" sz="2400" dirty="0" smtClean="0">
                <a:latin typeface="Book Antiqua" pitchFamily="18" charset="0"/>
              </a:rPr>
              <a:t> </a:t>
            </a:r>
            <a:r>
              <a:rPr lang="ru-RU" sz="2400" dirty="0" err="1" smtClean="0">
                <a:latin typeface="Book Antiqua" pitchFamily="18" charset="0"/>
              </a:rPr>
              <a:t>життя</a:t>
            </a:r>
            <a:r>
              <a:rPr lang="ru-RU" sz="2400" dirty="0" smtClean="0">
                <a:latin typeface="Book Antiqua" pitchFamily="18" charset="0"/>
              </a:rPr>
              <a:t> </a:t>
            </a:r>
            <a:r>
              <a:rPr lang="ru-RU" sz="2400" dirty="0" err="1" smtClean="0">
                <a:latin typeface="Book Antiqua" pitchFamily="18" charset="0"/>
              </a:rPr>
              <a:t>інших</a:t>
            </a:r>
            <a:r>
              <a:rPr lang="ru-RU" sz="2400" dirty="0" smtClean="0">
                <a:latin typeface="Book Antiqua" pitchFamily="18" charset="0"/>
              </a:rPr>
              <a:t> людей – </a:t>
            </a:r>
            <a:r>
              <a:rPr lang="ru-RU" sz="2400" dirty="0" err="1" smtClean="0">
                <a:latin typeface="Book Antiqua" pitchFamily="18" charset="0"/>
              </a:rPr>
              <a:t>комфортним</a:t>
            </a:r>
            <a:r>
              <a:rPr lang="ru-RU" sz="2400" dirty="0" smtClean="0"/>
              <a:t>. </a:t>
            </a:r>
            <a:endParaRPr lang="ru-RU" sz="2400" dirty="0"/>
          </a:p>
        </p:txBody>
      </p:sp>
    </p:spTree>
    <p:extLst>
      <p:ext uri="{BB962C8B-B14F-4D97-AF65-F5344CB8AC3E}">
        <p14:creationId xmlns:p14="http://schemas.microsoft.com/office/powerpoint/2010/main" val="10456425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225536"/>
          </a:xfrm>
        </p:spPr>
        <p:txBody>
          <a:bodyPr>
            <a:normAutofit fontScale="90000"/>
          </a:bodyPr>
          <a:lstStyle/>
          <a:p>
            <a:r>
              <a:rPr lang="uk-UA" sz="3200" b="1" i="1" dirty="0" smtClean="0">
                <a:latin typeface="Book Antiqua" pitchFamily="18" charset="0"/>
              </a:rPr>
              <a:t>4 основні принципи (кроки) ненасильницького спілкування:</a:t>
            </a:r>
            <a:r>
              <a:rPr lang="ru-RU" sz="3200" b="1" i="1" dirty="0" smtClean="0">
                <a:latin typeface="Book Antiqua" pitchFamily="18" charset="0"/>
              </a:rPr>
              <a:t/>
            </a:r>
            <a:br>
              <a:rPr lang="ru-RU" sz="3200" b="1" i="1" dirty="0" smtClean="0">
                <a:latin typeface="Book Antiqua" pitchFamily="18" charset="0"/>
              </a:rPr>
            </a:br>
            <a:endParaRPr lang="ru-RU" sz="3200" b="1" i="1" dirty="0">
              <a:ln>
                <a:solidFill>
                  <a:schemeClr val="bg1"/>
                </a:solidFill>
              </a:ln>
              <a:solidFill>
                <a:schemeClr val="accent3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 Antiqua" pitchFamily="18" charset="0"/>
            </a:endParaRP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071802" y="1428737"/>
            <a:ext cx="4929222" cy="2643205"/>
          </a:xfrm>
        </p:spPr>
        <p:txBody>
          <a:bodyPr/>
          <a:lstStyle/>
          <a:p>
            <a:r>
              <a:rPr lang="uk-UA" dirty="0" err="1" smtClean="0"/>
              <a:t>безоціночне</a:t>
            </a:r>
            <a:r>
              <a:rPr lang="uk-UA" dirty="0" smtClean="0"/>
              <a:t> спостереження</a:t>
            </a:r>
            <a:endParaRPr lang="ru-RU" dirty="0" smtClean="0"/>
          </a:p>
          <a:p>
            <a:r>
              <a:rPr lang="uk-UA" dirty="0" smtClean="0"/>
              <a:t> вираження своїх почуттів</a:t>
            </a:r>
            <a:endParaRPr lang="ru-RU" dirty="0" smtClean="0"/>
          </a:p>
          <a:p>
            <a:r>
              <a:rPr lang="uk-UA" dirty="0" smtClean="0"/>
              <a:t> потреби</a:t>
            </a:r>
            <a:endParaRPr lang="ru-RU" dirty="0" smtClean="0"/>
          </a:p>
          <a:p>
            <a:r>
              <a:rPr lang="uk-UA" dirty="0" smtClean="0"/>
              <a:t> прохання та побажання.</a:t>
            </a:r>
            <a:endParaRPr lang="ru-RU" dirty="0" smtClean="0"/>
          </a:p>
          <a:p>
            <a:pPr marL="0" indent="0" algn="ctr">
              <a:buNone/>
            </a:pPr>
            <a:endParaRPr lang="ru-RU" sz="2000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5" name="Прямоугольник 4"/>
          <p:cNvSpPr/>
          <p:nvPr/>
        </p:nvSpPr>
        <p:spPr bwMode="auto">
          <a:xfrm>
            <a:off x="1285850" y="2905544"/>
            <a:ext cx="671517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ru-RU" dirty="0">
              <a:solidFill>
                <a:schemeClr val="accent3">
                  <a:lumMod val="50000"/>
                </a:schemeClr>
              </a:solidFill>
              <a:latin typeface="Arial" charset="0"/>
              <a:cs typeface="Arial" charset="0"/>
            </a:endParaRPr>
          </a:p>
        </p:txBody>
      </p:sp>
      <p:pic>
        <p:nvPicPr>
          <p:cNvPr id="1026" name="Picture 2" descr="Картинки по запросу жираф смешная картинка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28596" y="3857629"/>
            <a:ext cx="2214578" cy="2357454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6873051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28596" y="1357298"/>
            <a:ext cx="8258204" cy="4768865"/>
          </a:xfrm>
        </p:spPr>
        <p:txBody>
          <a:bodyPr/>
          <a:lstStyle/>
          <a:p>
            <a:pPr algn="ctr">
              <a:buNone/>
            </a:pPr>
            <a:r>
              <a:rPr lang="uk-UA" b="1" dirty="0" smtClean="0">
                <a:latin typeface="Book Antiqua" pitchFamily="18" charset="0"/>
              </a:rPr>
              <a:t>1 крок </a:t>
            </a:r>
            <a:r>
              <a:rPr lang="uk-UA" dirty="0" smtClean="0">
                <a:latin typeface="Book Antiqua" pitchFamily="18" charset="0"/>
              </a:rPr>
              <a:t>– спостереження </a:t>
            </a:r>
          </a:p>
          <a:p>
            <a:pPr algn="ctr">
              <a:buNone/>
            </a:pPr>
            <a:r>
              <a:rPr lang="uk-UA" dirty="0" smtClean="0">
                <a:latin typeface="Book Antiqua" pitchFamily="18" charset="0"/>
              </a:rPr>
              <a:t> </a:t>
            </a:r>
            <a:r>
              <a:rPr lang="uk-UA" dirty="0" smtClean="0">
                <a:solidFill>
                  <a:srgbClr val="FF0000"/>
                </a:solidFill>
                <a:latin typeface="Book Antiqua" pitchFamily="18" charset="0"/>
              </a:rPr>
              <a:t>Я бачу, чую</a:t>
            </a:r>
            <a:r>
              <a:rPr lang="ru-RU" dirty="0" smtClean="0">
                <a:solidFill>
                  <a:srgbClr val="FF0000"/>
                </a:solidFill>
                <a:latin typeface="Book Antiqua" pitchFamily="18" charset="0"/>
              </a:rPr>
              <a:t>…</a:t>
            </a:r>
          </a:p>
          <a:p>
            <a:pPr algn="ctr">
              <a:buNone/>
            </a:pPr>
            <a:r>
              <a:rPr lang="ru-RU" b="1" dirty="0" smtClean="0">
                <a:latin typeface="Book Antiqua" pitchFamily="18" charset="0"/>
              </a:rPr>
              <a:t>2 </a:t>
            </a:r>
            <a:r>
              <a:rPr lang="ru-RU" b="1" dirty="0" err="1" smtClean="0">
                <a:latin typeface="Book Antiqua" pitchFamily="18" charset="0"/>
              </a:rPr>
              <a:t>крок</a:t>
            </a:r>
            <a:r>
              <a:rPr lang="ru-RU" b="1" dirty="0" smtClean="0">
                <a:latin typeface="Book Antiqua" pitchFamily="18" charset="0"/>
              </a:rPr>
              <a:t> </a:t>
            </a:r>
            <a:r>
              <a:rPr lang="ru-RU" dirty="0" smtClean="0">
                <a:latin typeface="Book Antiqua" pitchFamily="18" charset="0"/>
              </a:rPr>
              <a:t>– </a:t>
            </a:r>
            <a:r>
              <a:rPr lang="ru-RU" dirty="0" err="1" smtClean="0">
                <a:latin typeface="Book Antiqua" pitchFamily="18" charset="0"/>
              </a:rPr>
              <a:t>почуття</a:t>
            </a:r>
            <a:endParaRPr lang="ru-RU" dirty="0" smtClean="0">
              <a:latin typeface="Book Antiqua" pitchFamily="18" charset="0"/>
            </a:endParaRPr>
          </a:p>
          <a:p>
            <a:pPr algn="ctr">
              <a:buNone/>
            </a:pPr>
            <a:r>
              <a:rPr lang="ru-RU" dirty="0" smtClean="0">
                <a:solidFill>
                  <a:srgbClr val="FF0000"/>
                </a:solidFill>
                <a:latin typeface="Book Antiqua" pitchFamily="18" charset="0"/>
              </a:rPr>
              <a:t>Я </a:t>
            </a:r>
            <a:r>
              <a:rPr lang="ru-RU" dirty="0" err="1" smtClean="0">
                <a:solidFill>
                  <a:srgbClr val="FF0000"/>
                </a:solidFill>
                <a:latin typeface="Book Antiqua" pitchFamily="18" charset="0"/>
              </a:rPr>
              <a:t>відчуваю</a:t>
            </a:r>
            <a:r>
              <a:rPr lang="ru-RU" dirty="0" smtClean="0">
                <a:solidFill>
                  <a:srgbClr val="FF0000"/>
                </a:solidFill>
                <a:latin typeface="Book Antiqua" pitchFamily="18" charset="0"/>
              </a:rPr>
              <a:t>…..</a:t>
            </a:r>
          </a:p>
          <a:p>
            <a:pPr algn="ctr">
              <a:buNone/>
            </a:pPr>
            <a:r>
              <a:rPr lang="uk-UA" b="1" dirty="0" smtClean="0">
                <a:latin typeface="Book Antiqua" pitchFamily="18" charset="0"/>
              </a:rPr>
              <a:t>3 крок </a:t>
            </a:r>
            <a:r>
              <a:rPr lang="uk-UA" dirty="0" smtClean="0">
                <a:latin typeface="Book Antiqua" pitchFamily="18" charset="0"/>
              </a:rPr>
              <a:t>– потреба</a:t>
            </a:r>
          </a:p>
          <a:p>
            <a:pPr algn="ctr">
              <a:buNone/>
            </a:pPr>
            <a:r>
              <a:rPr lang="uk-UA" dirty="0" smtClean="0">
                <a:solidFill>
                  <a:srgbClr val="FF0000"/>
                </a:solidFill>
                <a:latin typeface="Book Antiqua" pitchFamily="18" charset="0"/>
              </a:rPr>
              <a:t>..тому що потребую…</a:t>
            </a:r>
          </a:p>
          <a:p>
            <a:pPr algn="ctr">
              <a:buNone/>
            </a:pPr>
            <a:r>
              <a:rPr lang="uk-UA" b="1" dirty="0" smtClean="0">
                <a:latin typeface="Book Antiqua" pitchFamily="18" charset="0"/>
              </a:rPr>
              <a:t>4 крок </a:t>
            </a:r>
            <a:r>
              <a:rPr lang="uk-UA" dirty="0" smtClean="0">
                <a:latin typeface="Book Antiqua" pitchFamily="18" charset="0"/>
              </a:rPr>
              <a:t>– прохання</a:t>
            </a:r>
          </a:p>
          <a:p>
            <a:pPr algn="ctr">
              <a:buNone/>
            </a:pPr>
            <a:r>
              <a:rPr lang="uk-UA" dirty="0" smtClean="0">
                <a:solidFill>
                  <a:srgbClr val="FF0000"/>
                </a:solidFill>
                <a:latin typeface="Book Antiqua" pitchFamily="18" charset="0"/>
              </a:rPr>
              <a:t>Чи не міг би ти…., я прошу тебе</a:t>
            </a:r>
            <a:endParaRPr lang="ru-RU" dirty="0" smtClean="0">
              <a:solidFill>
                <a:srgbClr val="FF0000"/>
              </a:solidFill>
              <a:latin typeface="Book Antiqua" pitchFamily="18" charset="0"/>
            </a:endParaRPr>
          </a:p>
          <a:p>
            <a:pPr algn="ctr">
              <a:buNone/>
            </a:pPr>
            <a:endParaRPr lang="ru-RU" dirty="0" smtClean="0"/>
          </a:p>
          <a:p>
            <a:pPr algn="ctr">
              <a:buNone/>
            </a:pP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uk-UA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7784" y="2204864"/>
            <a:ext cx="5112568" cy="1944216"/>
          </a:xfrm>
          <a:prstGeom prst="rect">
            <a:avLst/>
          </a:prstGeom>
        </p:spPr>
      </p:pic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942414" y="1598613"/>
            <a:ext cx="6590025" cy="4262436"/>
          </a:xfrm>
        </p:spPr>
        <p:txBody>
          <a:bodyPr/>
          <a:lstStyle/>
          <a:p>
            <a:endParaRPr lang="uk-UA" dirty="0" smtClean="0"/>
          </a:p>
          <a:p>
            <a:r>
              <a:rPr lang="uk-UA" dirty="0" smtClean="0"/>
              <a:t>Ефективне спілкування відео</a:t>
            </a:r>
          </a:p>
          <a:p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712803616"/>
      </p:ext>
    </p:extLst>
  </p:cSld>
  <p:clrMapOvr>
    <a:masterClrMapping/>
  </p:clrMapOvr>
</p:sld>
</file>

<file path=ppt/theme/theme1.xml><?xml version="1.0" encoding="utf-8"?>
<a:theme xmlns:a="http://schemas.openxmlformats.org/drawingml/2006/main" name="Легкий дым">
  <a:themeElements>
    <a:clrScheme name="Легкий дым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Легкий дым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Легкий дым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166</TotalTime>
  <Words>238</Words>
  <Application>Microsoft Office PowerPoint</Application>
  <PresentationFormat>Экран (4:3)</PresentationFormat>
  <Paragraphs>46</Paragraphs>
  <Slides>7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4" baseType="lpstr">
      <vt:lpstr>Alexandra Zeferino Three</vt:lpstr>
      <vt:lpstr>Arial</vt:lpstr>
      <vt:lpstr>Book Antiqua</vt:lpstr>
      <vt:lpstr>Calibri</vt:lpstr>
      <vt:lpstr>Century Gothic</vt:lpstr>
      <vt:lpstr>Wingdings 3</vt:lpstr>
      <vt:lpstr>Легкий дым</vt:lpstr>
      <vt:lpstr>Презентация PowerPoint</vt:lpstr>
      <vt:lpstr>Презентация PowerPoint</vt:lpstr>
      <vt:lpstr>Презентация PowerPoint</vt:lpstr>
      <vt:lpstr>Презентация PowerPoint</vt:lpstr>
      <vt:lpstr>4 основні принципи (кроки) ненасильницького спілкування: 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Экологический-3</dc:title>
  <dc:creator>Фокина Лидия Петровна</dc:creator>
  <cp:keywords>Шаблон презентации</cp:keywords>
  <cp:lastModifiedBy>User</cp:lastModifiedBy>
  <cp:revision>28</cp:revision>
  <dcterms:created xsi:type="dcterms:W3CDTF">2017-02-23T13:11:39Z</dcterms:created>
  <dcterms:modified xsi:type="dcterms:W3CDTF">2026-09-30T15:51:05Z</dcterms:modified>
</cp:coreProperties>
</file>