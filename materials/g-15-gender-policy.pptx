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9" r:id="rId2"/>
    <p:sldId id="260" r:id="rId3"/>
    <p:sldId id="262" r:id="rId4"/>
    <p:sldId id="264" r:id="rId5"/>
    <p:sldId id="266" r:id="rId6"/>
    <p:sldId id="290" r:id="rId7"/>
    <p:sldId id="292" r:id="rId8"/>
    <p:sldId id="269" r:id="rId9"/>
    <p:sldId id="293" r:id="rId10"/>
    <p:sldId id="295" r:id="rId11"/>
    <p:sldId id="281" r:id="rId12"/>
    <p:sldId id="287" r:id="rId13"/>
    <p:sldId id="28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FFFE1A"/>
    <a:srgbClr val="AAFC24"/>
    <a:srgbClr val="36DEE2"/>
    <a:srgbClr val="E9F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B09AF8-DB21-4BD2-BD60-D3272E8BBF01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pPr>
              <a:defRPr/>
            </a:pPr>
            <a:fld id="{A4DB51EB-28B1-47AF-BD78-6244DE943D1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C033BD-F657-469E-9900-9F51867EB016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A5E2BA-2FC3-4958-97D1-458277C498B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023704-D1BF-436E-9FBC-0935682238BA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FFBED0F2-D555-4359-BDDB-B0DB7FB8E51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37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E43F85-63D9-4B5A-907C-1E75E1E74990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93E7D870-E184-47B3-ABF2-D97EBD2A7F2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5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784D10-0902-4164-9A0F-85DE01D21292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pPr>
              <a:defRPr/>
            </a:pPr>
            <a:fld id="{31C66A66-1B57-4D77-B03C-7661CB00CEA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3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E222E9-0B60-45DB-9432-82A5E838B8CA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E130C3-5EB7-4269-B332-1A1C38F2B56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56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CA463B-98E7-49AE-86AC-566BC2615F3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43E89D-746F-4D69-B45F-2A33EFCF205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10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3C719-AD76-4638-B5A9-37803E5E1D23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04F0FA-14F2-4978-A891-AEB7567CAC4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329FB2-D610-44F7-85FD-86624AF77999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6CE837E7-3679-4FAB-9A9C-52E89A78DE6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3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877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689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03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8167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777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111434-A7C5-4ECF-A6C9-5B3D8333DFC4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03411-8271-4E81-A351-2769C02D128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786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24A84C-9774-480D-AD2B-588E66076700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FF7658-A642-4ACE-96E6-385A82E695B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65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F335E96-52D8-450C-9DF1-5CFF67483A45}" type="datetimeFigureOut">
              <a:rPr lang="ru-RU" smtClean="0"/>
              <a:pPr>
                <a:defRPr/>
              </a:pPr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5D0D027E-647F-4EC6-A849-77A38DE9D5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90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97550"/>
          </a:xfrm>
        </p:spPr>
        <p:txBody>
          <a:bodyPr>
            <a:normAutofit/>
          </a:bodyPr>
          <a:lstStyle/>
          <a:p>
            <a:pPr eaLnBrk="1" hangingPunct="1"/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Гендерна </a:t>
            </a:r>
            <a:r>
              <a:rPr lang="ru-RU" sz="48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політика</a:t>
            </a:r>
            <a:r>
              <a:rPr lang="ru-RU" sz="4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з’явилось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нещодавно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саме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ж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таке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</a:t>
            </a:r>
            <a: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br>
              <a:rPr lang="ru-RU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2" name="Picture 2" descr="D:\Ириша\Гендерна політика\55317645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39446">
            <a:off x="3176950" y="4747886"/>
            <a:ext cx="2790099" cy="1929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313" y="428625"/>
            <a:ext cx="8929687" cy="62150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 smtClean="0"/>
              <a:t>   </a:t>
            </a:r>
            <a:r>
              <a:rPr lang="ru-RU" sz="3900" i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</a:t>
            </a:r>
            <a:r>
              <a:rPr lang="ru-RU" sz="39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визначає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соціальну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стать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відміну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біологічної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статі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соціально-рольовий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статус,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визначає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соціальні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людини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чоловіка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усіх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сферах </a:t>
            </a:r>
            <a:r>
              <a:rPr lang="ru-RU" sz="39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життєдіяльності</a:t>
            </a:r>
            <a:r>
              <a:rPr lang="ru-RU" sz="39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764704"/>
            <a:ext cx="7931224" cy="652934"/>
          </a:xfrm>
        </p:spPr>
        <p:txBody>
          <a:bodyPr rtlCol="0">
            <a:no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як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відомо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введено в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науки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Енном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Оклеєм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70-х роках ХХ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століття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556792"/>
            <a:ext cx="8568952" cy="5112568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ru-RU" sz="4800" dirty="0" smtClean="0"/>
              <a:t> 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Воно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походить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грецького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слова «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генос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означає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походження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матеріальний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носій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спадковості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відповідає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українському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поняттю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рід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«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досвід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роду») .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539552" y="3861048"/>
            <a:ext cx="7848872" cy="17610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 smtClean="0"/>
              <a:t>  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Зараз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терміном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розуміють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розподіл</a:t>
            </a:r>
            <a:endParaRPr lang="ru-RU" sz="4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економічним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політичним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культурним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4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психологічним</a:t>
            </a:r>
            <a:r>
              <a:rPr lang="ru-RU" sz="4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4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476672"/>
            <a:ext cx="8208912" cy="5912421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buFont typeface="Arial" charset="0"/>
              <a:buNone/>
            </a:pPr>
            <a:r>
              <a:rPr lang="ru-RU" sz="3600" dirty="0" smtClean="0"/>
              <a:t>   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Таким чином, </a:t>
            </a:r>
            <a:r>
              <a:rPr lang="ru-RU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гендерна </a:t>
            </a:r>
            <a:r>
              <a:rPr lang="ru-RU" sz="3200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політика</a:t>
            </a:r>
            <a:r>
              <a:rPr lang="ru-RU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утвердження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політики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партнерства статей у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втіленні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політичних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цілей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і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завдань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методів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в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діяльності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політики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держави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політичних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партій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громадсько-політичних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об’єднань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683568" y="274638"/>
            <a:ext cx="8003232" cy="868362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ru-RU" sz="6000" dirty="0" smtClean="0">
                <a:solidFill>
                  <a:srgbClr val="002060"/>
                </a:solidFill>
              </a:rPr>
              <a:t> </a:t>
            </a:r>
            <a:r>
              <a:rPr lang="ru-RU" sz="6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Гендерна культура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9552" y="1143000"/>
            <a:ext cx="7920880" cy="2448271"/>
          </a:xfrm>
        </p:spPr>
        <p:txBody>
          <a:bodyPr>
            <a:normAutofit fontScale="92500"/>
          </a:bodyPr>
          <a:lstStyle/>
          <a:p>
            <a:pPr eaLnBrk="1" hangingPunct="1">
              <a:buFont typeface="Arial" charset="0"/>
              <a:buNone/>
            </a:pPr>
            <a:r>
              <a:rPr lang="ru-RU" sz="4000" dirty="0" smtClean="0"/>
              <a:t> 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сукупність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статево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рольових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цінностей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суспільних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сферах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буття</a:t>
            </a:r>
            <a:r>
              <a:rPr lang="ru-RU" sz="4000" dirty="0" smtClean="0">
                <a:solidFill>
                  <a:srgbClr val="002060"/>
                </a:solidFill>
              </a:rPr>
              <a:t>.</a:t>
            </a:r>
            <a:r>
              <a:rPr lang="en-US" sz="4000" dirty="0" smtClean="0">
                <a:solidFill>
                  <a:srgbClr val="002060"/>
                </a:solidFill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поняття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суспільно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необхідним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культура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жінкою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чоловіком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важливою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297237"/>
          </a:xfrm>
        </p:spPr>
        <p:txBody>
          <a:bodyPr rtlCol="0">
            <a:norm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Боротьба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правами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чоловіка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велася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давно. І все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почалося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жіночої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i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емансипації</a:t>
            </a:r>
            <a:r>
              <a:rPr lang="ru-RU" sz="3200" b="1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давніх-давен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мала прав, а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мала, - то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обов’язки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повинна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була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виконувати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3933056"/>
            <a:ext cx="4114800" cy="113900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auto">
              <a:spcAft>
                <a:spcPts val="0"/>
              </a:spcAft>
            </a:pP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назвати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багато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жінок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зробили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свій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вагомий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внесок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становленні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рівноправ’я</a:t>
            </a:r>
            <a:r>
              <a:rPr lang="ru-RU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6377" y="332656"/>
            <a:ext cx="6798734" cy="130386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53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Найвідоміші</a:t>
            </a:r>
            <a:r>
              <a:rPr lang="ru-RU" sz="53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3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53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них: </a:t>
            </a:r>
            <a:br>
              <a:rPr lang="ru-RU" sz="53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Маргарет </a:t>
            </a:r>
            <a:r>
              <a:rPr lang="ru-RU" sz="53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Тетчер</a:t>
            </a:r>
            <a:endParaRPr lang="ru-RU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D:\Ириша\Гендерна політика\431px-Margaret_Thatcher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43808" y="1988840"/>
            <a:ext cx="3970784" cy="4680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641979"/>
            <a:ext cx="6798734" cy="130386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53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Хіларі</a:t>
            </a:r>
            <a:r>
              <a:rPr lang="ru-RU" sz="53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3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Клінтон</a:t>
            </a:r>
            <a: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D:\Ириша\Гендерна політика\479px-Hillary_Clinton_official_Secretary_of_State_portrait_crop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843808" y="1628800"/>
            <a:ext cx="3619500" cy="4525963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1043608" y="260648"/>
            <a:ext cx="6798734" cy="1303867"/>
          </a:xfrm>
        </p:spPr>
        <p:txBody>
          <a:bodyPr>
            <a:normAutofit/>
          </a:bodyPr>
          <a:lstStyle/>
          <a:p>
            <a:pPr eaLnBrk="1" hangingPunct="1"/>
            <a:r>
              <a:rPr lang="ru-RU" sz="4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Жанна Д’Арк </a:t>
            </a:r>
          </a:p>
        </p:txBody>
      </p:sp>
      <p:pic>
        <p:nvPicPr>
          <p:cNvPr id="12290" name="Picture 2" descr="D:\Ириша\Гендерна політика\396px-Joan_of_arc_miniature_graded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752188" y="1412776"/>
            <a:ext cx="3381573" cy="5024015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28625"/>
            <a:ext cx="8363272" cy="494459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З’явились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пріоритетами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політичному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економічному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соціальному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житті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країни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є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впливові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сильні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жінки-лідери</a:t>
            </a:r>
            <a:r>
              <a:rPr lang="ru-RU" sz="5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83568" y="476672"/>
            <a:ext cx="624644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dirty="0"/>
              <a:t> 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загострилися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дотриманням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прав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жінок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зберігається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гендерна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нерівність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працюють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тими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ж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умовами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чоловіки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отримують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30%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менше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часто 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мають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доступу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влади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11560" y="4293096"/>
            <a:ext cx="4248472" cy="1512168"/>
          </a:xfrm>
        </p:spPr>
        <p:txBody>
          <a:bodyPr>
            <a:noAutofit/>
          </a:bodyPr>
          <a:lstStyle/>
          <a:p>
            <a:pPr algn="l" eaLnBrk="1" hangingPunct="1"/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Тільки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8%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жінок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представлено в     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українському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парламенті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жодної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складі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Кабміну</a:t>
            </a:r>
            <a:r>
              <a:rPr lang="ru-RU" sz="2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7599759" cy="50148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Дуже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часто в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жінок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змальовують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стереотипно,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тут є предметом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естетичної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насолоди,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краси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задоволення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як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машини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хатніх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обов'язків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uk-UA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принижує</a:t>
            </a:r>
            <a:r>
              <a:rPr lang="uk-UA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3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7975228" cy="2736304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ru-RU" sz="5400" dirty="0" smtClean="0"/>
              <a:t>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Отже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для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встановлення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єдиної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правової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демократичної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держави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суспільство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повинно бути </a:t>
            </a:r>
            <a:r>
              <a:rPr lang="ru-RU" sz="3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рівноправним</a:t>
            </a:r>
            <a: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Жінка  заслужила право  бути рівною з чоловіком</a:t>
            </a:r>
            <a:endParaRPr lang="ru-RU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452</TotalTime>
  <Words>395</Words>
  <Application>Microsoft Office PowerPoint</Application>
  <PresentationFormat>Экран (4:3)</PresentationFormat>
  <Paragraphs>22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Легкий дым</vt:lpstr>
      <vt:lpstr>Гендерна політика …   Що це?  Це поняття з’явилось в Україні нещодавно.  А саме, що ж таке гендер?  </vt:lpstr>
      <vt:lpstr>Презентация PowerPoint</vt:lpstr>
      <vt:lpstr>Поняття «гендер», як відомо, було введено в соціальні науки Енном Оклеєм в 70-х роках ХХ століття.</vt:lpstr>
      <vt:lpstr>Презентация PowerPoint</vt:lpstr>
      <vt:lpstr> Гендерна культура</vt:lpstr>
      <vt:lpstr>Боротьба між правами жінки та чоловіка велася давно. І все почалося від жіночої емансипації. Жінка з давніх-давен не мала прав, а якщо мала, - то лише обов’язки, які повинна була виконувати. </vt:lpstr>
      <vt:lpstr>Найвідоміші з них:  Маргарет Тетчер</vt:lpstr>
      <vt:lpstr>Хіларі Клінтон </vt:lpstr>
      <vt:lpstr>Жанна Д’Арк </vt:lpstr>
      <vt:lpstr>З’явились жінки з пріоритетами в політичному, економічному, соціальному житті країни. В Україні є впливові, сильні жінки-лідери. </vt:lpstr>
      <vt:lpstr>Тільки 8% жінок   представлено в      українському парламенті,  жодної жінки не має у складі Кабміну.</vt:lpstr>
      <vt:lpstr>Дуже часто в Україні жінок змальовують стереотипно, що жінки тут є предметом естетичної насолоди, краси, задоволення, або як машини для виконання хатніх обов'язків.      Це принижує…</vt:lpstr>
      <vt:lpstr> Отже, для встановлення єдиної, правової, демократичної держави суспільство в Україні повинно бути рівноправним. Жінка  заслужила право  бути рівною з чоловіком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KOMP_21.07.2011</dc:creator>
  <cp:lastModifiedBy>User</cp:lastModifiedBy>
  <cp:revision>46</cp:revision>
  <dcterms:created xsi:type="dcterms:W3CDTF">2012-03-06T06:11:38Z</dcterms:created>
  <dcterms:modified xsi:type="dcterms:W3CDTF">2025-11-23T11:31:37Z</dcterms:modified>
</cp:coreProperties>
</file>